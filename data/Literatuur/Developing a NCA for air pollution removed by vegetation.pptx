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media/image28.jpeg" ContentType="image/jpeg"/>
  <Override PartName="/ppt/media/image1.png" ContentType="image/png"/>
  <Override PartName="/ppt/media/image7.jpeg" ContentType="image/jpeg"/>
  <Override PartName="/ppt/media/image2.jpeg" ContentType="image/jpeg"/>
  <Override PartName="/ppt/media/image3.jpeg" ContentType="image/jpeg"/>
  <Override PartName="/ppt/media/image4.png" ContentType="image/png"/>
  <Override PartName="/ppt/media/image5.jpeg" ContentType="image/jpeg"/>
  <Override PartName="/ppt/media/image8.jpeg" ContentType="image/jpeg"/>
  <Override PartName="/ppt/media/image6.png" ContentType="image/pn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9.png" ContentType="image/png"/>
  <Override PartName="/ppt/media/image14.jpeg" ContentType="image/jpeg"/>
  <Override PartName="/ppt/media/image15.jpeg" ContentType="image/jpeg"/>
  <Override PartName="/ppt/media/image16.jpeg" ContentType="image/jpeg"/>
  <Override PartName="/ppt/media/image17.png" ContentType="image/png"/>
  <Override PartName="/ppt/media/image24.jpeg" ContentType="image/jpeg"/>
  <Override PartName="/ppt/media/image18.jpeg" ContentType="image/jpeg"/>
  <Override PartName="/ppt/media/image20.jpeg" ContentType="image/jpeg"/>
  <Override PartName="/ppt/media/image21.png" ContentType="image/png"/>
  <Override PartName="/ppt/media/image22.jpeg" ContentType="image/jpeg"/>
  <Override PartName="/ppt/media/image23.jpeg" ContentType="image/jpeg"/>
  <Override PartName="/ppt/media/image25.png" ContentType="image/png"/>
  <Override PartName="/ppt/media/image26.jpeg" ContentType="image/jpeg"/>
  <Override PartName="/ppt/media/image27.png" ContentType="image/png"/>
  <Override PartName="/ppt/media/image29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k object 16"/>
          <p:cNvSpPr/>
          <p:nvPr/>
        </p:nvSpPr>
        <p:spPr>
          <a:xfrm>
            <a:off x="0" y="0"/>
            <a:ext cx="9143640" cy="7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728640"/>
              <a:gd name="textAreaBottom" fmla="*/ 729000 h 728640"/>
            </a:gdLst>
            <a:ahLst/>
            <a:cxnLst/>
            <a:rect l="textAreaLeft" t="textAreaTop" r="textAreaRight" b="textAreaBottom"/>
            <a:pathLst>
              <a:path w="9144000" h="728980">
                <a:moveTo>
                  <a:pt x="0" y="728472"/>
                </a:moveTo>
                <a:lnTo>
                  <a:pt x="9144000" y="728472"/>
                </a:lnTo>
                <a:lnTo>
                  <a:pt x="9144000" y="0"/>
                </a:lnTo>
                <a:lnTo>
                  <a:pt x="0" y="0"/>
                </a:lnTo>
                <a:lnTo>
                  <a:pt x="0" y="728472"/>
                </a:lnTo>
                <a:close/>
              </a:path>
            </a:pathLst>
          </a:custGeom>
          <a:solidFill>
            <a:srgbClr val="3ecf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bk object 17"/>
          <p:cNvSpPr/>
          <p:nvPr/>
        </p:nvSpPr>
        <p:spPr>
          <a:xfrm>
            <a:off x="388800" y="6086880"/>
            <a:ext cx="1799640" cy="438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 om de opmaak van de titeltekst te bewerken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E5523D-ECEE-4041-B871-E2D27BB95E3D}" type="slidenum">
              <a: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11</a:t>
            </a:fld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k object 16"/>
          <p:cNvSpPr/>
          <p:nvPr/>
        </p:nvSpPr>
        <p:spPr>
          <a:xfrm>
            <a:off x="0" y="0"/>
            <a:ext cx="9143640" cy="7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728640"/>
              <a:gd name="textAreaBottom" fmla="*/ 729000 h 728640"/>
            </a:gdLst>
            <a:ahLst/>
            <a:cxnLst/>
            <a:rect l="textAreaLeft" t="textAreaTop" r="textAreaRight" b="textAreaBottom"/>
            <a:pathLst>
              <a:path w="9144000" h="728980">
                <a:moveTo>
                  <a:pt x="0" y="728472"/>
                </a:moveTo>
                <a:lnTo>
                  <a:pt x="9144000" y="728472"/>
                </a:lnTo>
                <a:lnTo>
                  <a:pt x="9144000" y="0"/>
                </a:lnTo>
                <a:lnTo>
                  <a:pt x="0" y="0"/>
                </a:lnTo>
                <a:lnTo>
                  <a:pt x="0" y="728472"/>
                </a:lnTo>
                <a:close/>
              </a:path>
            </a:pathLst>
          </a:custGeom>
          <a:solidFill>
            <a:srgbClr val="3ecf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bk object 17"/>
          <p:cNvSpPr/>
          <p:nvPr/>
        </p:nvSpPr>
        <p:spPr>
          <a:xfrm>
            <a:off x="388800" y="6086880"/>
            <a:ext cx="1799640" cy="438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 om de opmaak van de titeltekst te bewerken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26720" y="1230480"/>
            <a:ext cx="8890560" cy="350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 om de opmaak van de overzichtstekst te bewerken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Tweede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Derde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Vierde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Vijfde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Zesde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Zevende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&lt;voettekst&gt;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&lt;datum/tijd&gt;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F80B33-59C2-4838-85CF-342A8FA9B766}" type="slidenum">
              <a: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&lt;nummer&gt;</a:t>
            </a:fld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k object 16"/>
          <p:cNvSpPr/>
          <p:nvPr/>
        </p:nvSpPr>
        <p:spPr>
          <a:xfrm>
            <a:off x="0" y="0"/>
            <a:ext cx="9143640" cy="7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728640"/>
              <a:gd name="textAreaBottom" fmla="*/ 729000 h 728640"/>
            </a:gdLst>
            <a:ahLst/>
            <a:cxnLst/>
            <a:rect l="textAreaLeft" t="textAreaTop" r="textAreaRight" b="textAreaBottom"/>
            <a:pathLst>
              <a:path w="9144000" h="728980">
                <a:moveTo>
                  <a:pt x="0" y="728472"/>
                </a:moveTo>
                <a:lnTo>
                  <a:pt x="9144000" y="728472"/>
                </a:lnTo>
                <a:lnTo>
                  <a:pt x="9144000" y="0"/>
                </a:lnTo>
                <a:lnTo>
                  <a:pt x="0" y="0"/>
                </a:lnTo>
                <a:lnTo>
                  <a:pt x="0" y="728472"/>
                </a:lnTo>
                <a:close/>
              </a:path>
            </a:pathLst>
          </a:custGeom>
          <a:solidFill>
            <a:srgbClr val="3ecf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bk object 17"/>
          <p:cNvSpPr/>
          <p:nvPr/>
        </p:nvSpPr>
        <p:spPr>
          <a:xfrm>
            <a:off x="388800" y="6086880"/>
            <a:ext cx="1799640" cy="438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 om de opmaak van de titeltekst te bewerken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3977280" cy="399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 om de opmaak van de overzichtstekst te bewerken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Tweede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Derde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Vierde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Vijfde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Zesde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Zevende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709160" y="1577520"/>
            <a:ext cx="3977280" cy="399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 om de opmaak van de overzichtstekst te bewerken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Tweede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Derde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Vierde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Vijfde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Zesde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Zevende overzichtsniveau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7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&lt;voettekst&gt;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8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&lt;datum/tijd&gt;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7C7A6E-41C8-4498-98C3-1041F3CC8720}" type="slidenum">
              <a: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&lt;nummer&gt;</a:t>
            </a:fld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k object 16"/>
          <p:cNvSpPr/>
          <p:nvPr/>
        </p:nvSpPr>
        <p:spPr>
          <a:xfrm>
            <a:off x="0" y="0"/>
            <a:ext cx="9143640" cy="7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728640"/>
              <a:gd name="textAreaBottom" fmla="*/ 729000 h 728640"/>
            </a:gdLst>
            <a:ahLst/>
            <a:cxnLst/>
            <a:rect l="textAreaLeft" t="textAreaTop" r="textAreaRight" b="textAreaBottom"/>
            <a:pathLst>
              <a:path w="9144000" h="728980">
                <a:moveTo>
                  <a:pt x="0" y="728472"/>
                </a:moveTo>
                <a:lnTo>
                  <a:pt x="9144000" y="728472"/>
                </a:lnTo>
                <a:lnTo>
                  <a:pt x="9144000" y="0"/>
                </a:lnTo>
                <a:lnTo>
                  <a:pt x="0" y="0"/>
                </a:lnTo>
                <a:lnTo>
                  <a:pt x="0" y="728472"/>
                </a:lnTo>
                <a:close/>
              </a:path>
            </a:pathLst>
          </a:custGeom>
          <a:solidFill>
            <a:srgbClr val="3ecf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bk object 17"/>
          <p:cNvSpPr/>
          <p:nvPr/>
        </p:nvSpPr>
        <p:spPr>
          <a:xfrm>
            <a:off x="388800" y="6086880"/>
            <a:ext cx="1799640" cy="438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 om de opmaak van de titeltekst te bewerken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0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&lt;voettekst&gt;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1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&lt;datum/tijd&gt;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2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AB806A-0500-4197-810A-D7ABD408F9FE}" type="slidenum">
              <a: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&lt;nummer&gt;</a:t>
            </a:fld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k object 16"/>
          <p:cNvSpPr/>
          <p:nvPr/>
        </p:nvSpPr>
        <p:spPr>
          <a:xfrm>
            <a:off x="0" y="0"/>
            <a:ext cx="9143640" cy="7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728640"/>
              <a:gd name="textAreaBottom" fmla="*/ 729000 h 728640"/>
            </a:gdLst>
            <a:ahLst/>
            <a:cxnLst/>
            <a:rect l="textAreaLeft" t="textAreaTop" r="textAreaRight" b="textAreaBottom"/>
            <a:pathLst>
              <a:path w="9144000" h="728980">
                <a:moveTo>
                  <a:pt x="0" y="728472"/>
                </a:moveTo>
                <a:lnTo>
                  <a:pt x="9144000" y="728472"/>
                </a:lnTo>
                <a:lnTo>
                  <a:pt x="9144000" y="0"/>
                </a:lnTo>
                <a:lnTo>
                  <a:pt x="0" y="0"/>
                </a:lnTo>
                <a:lnTo>
                  <a:pt x="0" y="728472"/>
                </a:lnTo>
                <a:close/>
              </a:path>
            </a:pathLst>
          </a:custGeom>
          <a:solidFill>
            <a:srgbClr val="3ecf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bk object 17"/>
          <p:cNvSpPr/>
          <p:nvPr/>
        </p:nvSpPr>
        <p:spPr>
          <a:xfrm>
            <a:off x="388800" y="6086880"/>
            <a:ext cx="1799640" cy="438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&lt;voettekst&gt;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4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nl-N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&lt;datum/tijd&gt;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5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5355EE-6EE0-4F10-8D0B-C1FB70006FEF}" type="slidenum">
              <a:rPr b="0" lang="nl-NL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&lt;nummer&gt;</a:t>
            </a:fld>
            <a:endParaRPr b="0" lang="nl-N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image" Target="../media/image18.jpeg"/><Relationship Id="rId6" Type="http://schemas.openxmlformats.org/officeDocument/2006/relationships/image" Target="../media/image19.png"/><Relationship Id="rId7" Type="http://schemas.openxmlformats.org/officeDocument/2006/relationships/image" Target="../media/image20.jpeg"/><Relationship Id="rId8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jpe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hyperlink" Target="mailto:LJ@ceh.ac.uk" TargetMode="External"/><Relationship Id="rId3" Type="http://schemas.openxmlformats.org/officeDocument/2006/relationships/hyperlink" Target="mailto:LJ@ceh.ac.uk" TargetMode="External"/><Relationship Id="rId4" Type="http://schemas.openxmlformats.org/officeDocument/2006/relationships/hyperlink" Target="mailto:LJ@ceh.ac.uk" TargetMode="External"/><Relationship Id="rId5" Type="http://schemas.openxmlformats.org/officeDocument/2006/relationships/hyperlink" Target="mailto:LJ@ceh.ac.uk" TargetMode="External"/><Relationship Id="rId6" Type="http://schemas.openxmlformats.org/officeDocument/2006/relationships/hyperlink" Target="mailto:LJ@ceh.ac.uk" TargetMode="External"/><Relationship Id="rId7" Type="http://schemas.openxmlformats.org/officeDocument/2006/relationships/hyperlink" Target="mailto:LJ@ceh.ac.uk" TargetMode="External"/><Relationship Id="rId8" Type="http://schemas.openxmlformats.org/officeDocument/2006/relationships/hyperlink" Target="mailto:LJ@ceh.ac.uk" TargetMode="External"/><Relationship Id="rId9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image" Target="../media/image18.jpe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/>
        </p:nvSpPr>
        <p:spPr>
          <a:xfrm>
            <a:off x="442800" y="892800"/>
            <a:ext cx="8156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360">
              <a:lnSpc>
                <a:spcPct val="100000"/>
              </a:lnSpc>
            </a:pPr>
            <a:r>
              <a:rPr b="1" lang="nl-NL" sz="4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1" lang="nl-NL" sz="4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40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4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elopin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4000" spc="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nl-NL" sz="4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40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tu</a:t>
            </a:r>
            <a:r>
              <a:rPr b="1" lang="nl-NL" sz="4000" spc="-1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4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1" lang="nl-NL" sz="4000" spc="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api</a:t>
            </a:r>
            <a:r>
              <a:rPr b="1" lang="nl-NL" sz="40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4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1" lang="nl-NL" sz="4000" spc="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</a:t>
            </a:r>
            <a:r>
              <a:rPr b="1" lang="nl-NL" sz="40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1" lang="nl-NL" sz="4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</a:t>
            </a:r>
            <a:r>
              <a:rPr b="1" lang="nl-NL" sz="40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4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b="0" lang="nl-NL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nl-NL" sz="40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r>
              <a:rPr b="1" lang="nl-NL" sz="4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air</a:t>
            </a:r>
            <a:r>
              <a:rPr b="1" lang="nl-NL" sz="4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pollution</a:t>
            </a:r>
            <a:r>
              <a:rPr b="1" lang="nl-NL" sz="4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4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emo</a:t>
            </a:r>
            <a:r>
              <a:rPr b="1" lang="nl-NL" sz="40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4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1" lang="nl-NL" sz="4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1" lang="nl-NL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4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4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4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4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40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</a:t>
            </a:r>
            <a:r>
              <a:rPr b="1" lang="nl-NL" sz="4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</a:t>
            </a:r>
            <a:endParaRPr b="0" lang="nl-NL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object 3"/>
          <p:cNvSpPr/>
          <p:nvPr/>
        </p:nvSpPr>
        <p:spPr>
          <a:xfrm>
            <a:off x="5219640" y="6030360"/>
            <a:ext cx="1228320" cy="5547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4920">
              <a:lnSpc>
                <a:spcPct val="100000"/>
              </a:lnSpc>
            </a:pPr>
            <a:r>
              <a:rPr b="0" lang="nl-NL" sz="3200" spc="-6" strike="noStrike" u="none">
                <a:solidFill>
                  <a:srgbClr val="00af50"/>
                </a:solidFill>
                <a:effectLst/>
                <a:uFillTx/>
                <a:latin typeface="Calibri"/>
              </a:rPr>
              <a:t>EM</a:t>
            </a:r>
            <a:r>
              <a:rPr b="0" lang="nl-NL" sz="3200" spc="-34" strike="noStrike" u="none">
                <a:solidFill>
                  <a:srgbClr val="00af50"/>
                </a:solidFill>
                <a:effectLst/>
                <a:uFillTx/>
                <a:latin typeface="Calibri"/>
              </a:rPr>
              <a:t>R</a:t>
            </a:r>
            <a:r>
              <a:rPr b="0" lang="nl-NL" sz="3200" strike="noStrike" u="none">
                <a:solidFill>
                  <a:srgbClr val="00af50"/>
                </a:solidFill>
                <a:effectLst/>
                <a:uFillTx/>
                <a:latin typeface="Calibri"/>
              </a:rPr>
              <a:t>C</a:t>
            </a:r>
            <a:endParaRPr b="0" lang="nl-NL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object 4"/>
          <p:cNvSpPr/>
          <p:nvPr/>
        </p:nvSpPr>
        <p:spPr>
          <a:xfrm>
            <a:off x="4512600" y="2408040"/>
            <a:ext cx="4152600" cy="2748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bject 5"/>
          <p:cNvSpPr/>
          <p:nvPr/>
        </p:nvSpPr>
        <p:spPr>
          <a:xfrm>
            <a:off x="2995200" y="5985360"/>
            <a:ext cx="1607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920">
              <a:lnSpc>
                <a:spcPts val="3895"/>
              </a:lnSpc>
            </a:pPr>
            <a:r>
              <a:rPr b="1" lang="nl-NL" sz="3600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e</a:t>
            </a:r>
            <a:r>
              <a:rPr b="1" lang="nl-NL" sz="3600" spc="-14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f</a:t>
            </a:r>
            <a:r>
              <a:rPr b="1" lang="nl-NL" sz="36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t</a:t>
            </a:r>
            <a:r>
              <a:rPr b="1" lang="nl-NL" sz="3600" spc="-20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e</a:t>
            </a:r>
            <a:r>
              <a:rPr b="1" lang="nl-NL" sz="3600" spc="-1749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c</a:t>
            </a:r>
            <a:endParaRPr b="0" lang="nl-NL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893"/>
              </a:lnSpc>
            </a:pP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E</a:t>
            </a:r>
            <a:r>
              <a:rPr b="0" lang="nl-NL" sz="1100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c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on</a:t>
            </a:r>
            <a:r>
              <a:rPr b="0" lang="nl-NL" sz="1100" spc="-11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o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mic</a:t>
            </a:r>
            <a:r>
              <a:rPr b="0" lang="nl-NL" sz="1100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s f</a:t>
            </a:r>
            <a:r>
              <a:rPr b="0" lang="nl-NL" sz="1100" spc="-11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o</a:t>
            </a:r>
            <a:r>
              <a:rPr b="0" lang="nl-NL" sz="1100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r</a:t>
            </a:r>
            <a:r>
              <a:rPr b="0" lang="nl-NL" sz="1100" spc="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 </a:t>
            </a:r>
            <a:r>
              <a:rPr b="0" lang="nl-NL" sz="1100" spc="-11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t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he</a:t>
            </a:r>
            <a:endParaRPr b="0" lang="nl-N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Environ</a:t>
            </a:r>
            <a:r>
              <a:rPr b="0" lang="nl-NL" sz="1100" spc="-11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m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en</a:t>
            </a:r>
            <a:r>
              <a:rPr b="0" lang="nl-NL" sz="1100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t 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C</a:t>
            </a:r>
            <a:r>
              <a:rPr b="0" lang="nl-NL" sz="1100" spc="-11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o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n</a:t>
            </a:r>
            <a:r>
              <a:rPr b="0" lang="nl-NL" sz="1100" spc="-11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s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ul</a:t>
            </a:r>
            <a:r>
              <a:rPr b="0" lang="nl-NL" sz="1100" spc="-11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t</a:t>
            </a:r>
            <a:r>
              <a:rPr b="0" lang="nl-NL" sz="1100" spc="-6" strike="noStrike" u="none">
                <a:solidFill>
                  <a:srgbClr val="058ba1"/>
                </a:solidFill>
                <a:effectLst/>
                <a:uFillTx/>
                <a:latin typeface="Trebuchet MS"/>
              </a:rPr>
              <a:t>ancy</a:t>
            </a:r>
            <a:endParaRPr b="0" lang="nl-N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6"/>
          <p:cNvSpPr/>
          <p:nvPr/>
        </p:nvSpPr>
        <p:spPr>
          <a:xfrm>
            <a:off x="336960" y="2404800"/>
            <a:ext cx="4151160" cy="27673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object 7"/>
          <p:cNvSpPr/>
          <p:nvPr/>
        </p:nvSpPr>
        <p:spPr>
          <a:xfrm>
            <a:off x="470880" y="5292720"/>
            <a:ext cx="808704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Lau</a:t>
            </a:r>
            <a:r>
              <a:rPr b="0" lang="nl-NL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pc="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Jone</a:t>
            </a:r>
            <a:r>
              <a:rPr b="0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 </a:t>
            </a:r>
            <a:r>
              <a:rPr b="0" lang="nl-NL" sz="18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eis,</a:t>
            </a:r>
            <a:r>
              <a:rPr b="0" lang="nl-NL" sz="1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Mas</a:t>
            </a:r>
            <a:r>
              <a:rPr b="0" lang="nl-NL" sz="18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ien</a:t>
            </a:r>
            <a:r>
              <a:rPr b="0" lang="nl-NL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1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18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18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18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1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k, </a:t>
            </a:r>
            <a:r>
              <a:rPr b="0" lang="nl-NL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18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Carnell, 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1800" spc="-7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1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hi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1800" spc="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e,</a:t>
            </a:r>
            <a:r>
              <a:rPr b="0" lang="nl-NL" sz="18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Ian </a:t>
            </a:r>
            <a:r>
              <a:rPr b="0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ie</a:t>
            </a:r>
            <a:r>
              <a:rPr b="0" lang="nl-NL" sz="1800" spc="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nl-NL" sz="18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othe</a:t>
            </a:r>
            <a:r>
              <a:rPr b="0" lang="nl-NL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2"/>
          <p:cNvSpPr/>
          <p:nvPr/>
        </p:nvSpPr>
        <p:spPr>
          <a:xfrm>
            <a:off x="8877600" y="191520"/>
            <a:ext cx="141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object 3"/>
          <p:cNvSpPr/>
          <p:nvPr/>
        </p:nvSpPr>
        <p:spPr>
          <a:xfrm>
            <a:off x="1115640" y="981360"/>
            <a:ext cx="7000920" cy="4080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12600" indent="0">
              <a:lnSpc>
                <a:spcPct val="100000"/>
              </a:lnSpc>
              <a:buNone/>
            </a:pP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</a:t>
            </a:r>
            <a:r>
              <a:rPr b="1" lang="nl-NL" sz="2800" spc="-3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EA</a:t>
            </a:r>
            <a:r>
              <a:rPr b="1" lang="nl-NL" sz="2800" spc="-105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Natur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</a:t>
            </a:r>
            <a:r>
              <a:rPr b="1" lang="nl-NL" sz="2800" spc="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Capita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</a:t>
            </a:r>
            <a:r>
              <a:rPr b="1" lang="nl-NL" sz="2800" spc="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counts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object 5"/>
          <p:cNvSpPr/>
          <p:nvPr/>
        </p:nvSpPr>
        <p:spPr>
          <a:xfrm>
            <a:off x="973080" y="898560"/>
            <a:ext cx="2735280" cy="4402800"/>
          </a:xfrm>
          <a:custGeom>
            <a:avLst/>
            <a:gdLst>
              <a:gd name="textAreaLeft" fmla="*/ 0 w 2735280"/>
              <a:gd name="textAreaRight" fmla="*/ 2735640 w 2735280"/>
              <a:gd name="textAreaTop" fmla="*/ 0 h 4402800"/>
              <a:gd name="textAreaBottom" fmla="*/ 4403160 h 4402800"/>
            </a:gdLst>
            <a:ahLst/>
            <a:cxnLst/>
            <a:rect l="textAreaLeft" t="textAreaTop" r="textAreaRight" b="textAreaBottom"/>
            <a:pathLst>
              <a:path w="2735579" h="4403090">
                <a:moveTo>
                  <a:pt x="0" y="455929"/>
                </a:moveTo>
                <a:lnTo>
                  <a:pt x="5967" y="381966"/>
                </a:lnTo>
                <a:lnTo>
                  <a:pt x="23243" y="311806"/>
                </a:lnTo>
                <a:lnTo>
                  <a:pt x="50890" y="246387"/>
                </a:lnTo>
                <a:lnTo>
                  <a:pt x="87968" y="186647"/>
                </a:lnTo>
                <a:lnTo>
                  <a:pt x="133538" y="133524"/>
                </a:lnTo>
                <a:lnTo>
                  <a:pt x="186663" y="87957"/>
                </a:lnTo>
                <a:lnTo>
                  <a:pt x="246404" y="50882"/>
                </a:lnTo>
                <a:lnTo>
                  <a:pt x="311820" y="23239"/>
                </a:lnTo>
                <a:lnTo>
                  <a:pt x="381975" y="5966"/>
                </a:lnTo>
                <a:lnTo>
                  <a:pt x="455929" y="0"/>
                </a:lnTo>
                <a:lnTo>
                  <a:pt x="2279650" y="0"/>
                </a:lnTo>
                <a:lnTo>
                  <a:pt x="2353613" y="5966"/>
                </a:lnTo>
                <a:lnTo>
                  <a:pt x="2423773" y="23239"/>
                </a:lnTo>
                <a:lnTo>
                  <a:pt x="2489192" y="50882"/>
                </a:lnTo>
                <a:lnTo>
                  <a:pt x="2548932" y="87957"/>
                </a:lnTo>
                <a:lnTo>
                  <a:pt x="2602055" y="133524"/>
                </a:lnTo>
                <a:lnTo>
                  <a:pt x="2647622" y="186647"/>
                </a:lnTo>
                <a:lnTo>
                  <a:pt x="2684697" y="246387"/>
                </a:lnTo>
                <a:lnTo>
                  <a:pt x="2712340" y="311806"/>
                </a:lnTo>
                <a:lnTo>
                  <a:pt x="2729613" y="381966"/>
                </a:lnTo>
                <a:lnTo>
                  <a:pt x="2735579" y="455929"/>
                </a:lnTo>
                <a:lnTo>
                  <a:pt x="2735579" y="3946905"/>
                </a:lnTo>
                <a:lnTo>
                  <a:pt x="2729613" y="4020869"/>
                </a:lnTo>
                <a:lnTo>
                  <a:pt x="2712340" y="4091029"/>
                </a:lnTo>
                <a:lnTo>
                  <a:pt x="2684697" y="4156448"/>
                </a:lnTo>
                <a:lnTo>
                  <a:pt x="2647622" y="4216188"/>
                </a:lnTo>
                <a:lnTo>
                  <a:pt x="2602055" y="4269311"/>
                </a:lnTo>
                <a:lnTo>
                  <a:pt x="2548932" y="4314878"/>
                </a:lnTo>
                <a:lnTo>
                  <a:pt x="2489192" y="4351953"/>
                </a:lnTo>
                <a:lnTo>
                  <a:pt x="2423773" y="4379596"/>
                </a:lnTo>
                <a:lnTo>
                  <a:pt x="2353613" y="4396869"/>
                </a:lnTo>
                <a:lnTo>
                  <a:pt x="2279650" y="4402836"/>
                </a:lnTo>
                <a:lnTo>
                  <a:pt x="455929" y="4402836"/>
                </a:lnTo>
                <a:lnTo>
                  <a:pt x="381975" y="4396869"/>
                </a:lnTo>
                <a:lnTo>
                  <a:pt x="311820" y="4379596"/>
                </a:lnTo>
                <a:lnTo>
                  <a:pt x="246404" y="4351953"/>
                </a:lnTo>
                <a:lnTo>
                  <a:pt x="186663" y="4314878"/>
                </a:lnTo>
                <a:lnTo>
                  <a:pt x="133538" y="4269311"/>
                </a:lnTo>
                <a:lnTo>
                  <a:pt x="87968" y="4216188"/>
                </a:lnTo>
                <a:lnTo>
                  <a:pt x="50890" y="4156448"/>
                </a:lnTo>
                <a:lnTo>
                  <a:pt x="23243" y="4091029"/>
                </a:lnTo>
                <a:lnTo>
                  <a:pt x="5967" y="4020869"/>
                </a:lnTo>
                <a:lnTo>
                  <a:pt x="0" y="3946905"/>
                </a:lnTo>
                <a:lnTo>
                  <a:pt x="0" y="455929"/>
                </a:lnTo>
                <a:close/>
              </a:path>
            </a:pathLst>
          </a:custGeom>
          <a:noFill/>
          <a:ln w="50292">
            <a:solidFill>
              <a:srgbClr val="00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object 6"/>
          <p:cNvSpPr/>
          <p:nvPr/>
        </p:nvSpPr>
        <p:spPr>
          <a:xfrm>
            <a:off x="5388120" y="898560"/>
            <a:ext cx="2641320" cy="4402800"/>
          </a:xfrm>
          <a:custGeom>
            <a:avLst/>
            <a:gdLst>
              <a:gd name="textAreaLeft" fmla="*/ 0 w 2641320"/>
              <a:gd name="textAreaRight" fmla="*/ 2641680 w 2641320"/>
              <a:gd name="textAreaTop" fmla="*/ 0 h 4402800"/>
              <a:gd name="textAreaBottom" fmla="*/ 4403160 h 4402800"/>
            </a:gdLst>
            <a:ahLst/>
            <a:cxnLst/>
            <a:rect l="textAreaLeft" t="textAreaTop" r="textAreaRight" b="textAreaBottom"/>
            <a:pathLst>
              <a:path w="2641600" h="4403090">
                <a:moveTo>
                  <a:pt x="0" y="440181"/>
                </a:moveTo>
                <a:lnTo>
                  <a:pt x="5761" y="368788"/>
                </a:lnTo>
                <a:lnTo>
                  <a:pt x="22443" y="301061"/>
                </a:lnTo>
                <a:lnTo>
                  <a:pt x="49137" y="237905"/>
                </a:lnTo>
                <a:lnTo>
                  <a:pt x="84937" y="180228"/>
                </a:lnTo>
                <a:lnTo>
                  <a:pt x="128936" y="128936"/>
                </a:lnTo>
                <a:lnTo>
                  <a:pt x="180228" y="84937"/>
                </a:lnTo>
                <a:lnTo>
                  <a:pt x="237905" y="49137"/>
                </a:lnTo>
                <a:lnTo>
                  <a:pt x="301061" y="22443"/>
                </a:lnTo>
                <a:lnTo>
                  <a:pt x="368788" y="5761"/>
                </a:lnTo>
                <a:lnTo>
                  <a:pt x="440182" y="0"/>
                </a:lnTo>
                <a:lnTo>
                  <a:pt x="2200909" y="0"/>
                </a:lnTo>
                <a:lnTo>
                  <a:pt x="2272303" y="5761"/>
                </a:lnTo>
                <a:lnTo>
                  <a:pt x="2340030" y="22443"/>
                </a:lnTo>
                <a:lnTo>
                  <a:pt x="2403186" y="49137"/>
                </a:lnTo>
                <a:lnTo>
                  <a:pt x="2460863" y="84937"/>
                </a:lnTo>
                <a:lnTo>
                  <a:pt x="2512155" y="128936"/>
                </a:lnTo>
                <a:lnTo>
                  <a:pt x="2556154" y="180228"/>
                </a:lnTo>
                <a:lnTo>
                  <a:pt x="2591954" y="237905"/>
                </a:lnTo>
                <a:lnTo>
                  <a:pt x="2618648" y="301061"/>
                </a:lnTo>
                <a:lnTo>
                  <a:pt x="2635330" y="368788"/>
                </a:lnTo>
                <a:lnTo>
                  <a:pt x="2641092" y="440181"/>
                </a:lnTo>
                <a:lnTo>
                  <a:pt x="2641092" y="3962654"/>
                </a:lnTo>
                <a:lnTo>
                  <a:pt x="2635330" y="4034047"/>
                </a:lnTo>
                <a:lnTo>
                  <a:pt x="2618648" y="4101774"/>
                </a:lnTo>
                <a:lnTo>
                  <a:pt x="2591954" y="4164930"/>
                </a:lnTo>
                <a:lnTo>
                  <a:pt x="2556154" y="4222607"/>
                </a:lnTo>
                <a:lnTo>
                  <a:pt x="2512155" y="4273899"/>
                </a:lnTo>
                <a:lnTo>
                  <a:pt x="2460863" y="4317898"/>
                </a:lnTo>
                <a:lnTo>
                  <a:pt x="2403186" y="4353698"/>
                </a:lnTo>
                <a:lnTo>
                  <a:pt x="2340030" y="4380392"/>
                </a:lnTo>
                <a:lnTo>
                  <a:pt x="2272303" y="4397074"/>
                </a:lnTo>
                <a:lnTo>
                  <a:pt x="2200909" y="4402836"/>
                </a:lnTo>
                <a:lnTo>
                  <a:pt x="440182" y="4402836"/>
                </a:lnTo>
                <a:lnTo>
                  <a:pt x="368788" y="4397074"/>
                </a:lnTo>
                <a:lnTo>
                  <a:pt x="301061" y="4380392"/>
                </a:lnTo>
                <a:lnTo>
                  <a:pt x="237905" y="4353698"/>
                </a:lnTo>
                <a:lnTo>
                  <a:pt x="180228" y="4317898"/>
                </a:lnTo>
                <a:lnTo>
                  <a:pt x="128936" y="4273899"/>
                </a:lnTo>
                <a:lnTo>
                  <a:pt x="84937" y="4222607"/>
                </a:lnTo>
                <a:lnTo>
                  <a:pt x="49137" y="4164930"/>
                </a:lnTo>
                <a:lnTo>
                  <a:pt x="22443" y="4101774"/>
                </a:lnTo>
                <a:lnTo>
                  <a:pt x="5761" y="4034047"/>
                </a:lnTo>
                <a:lnTo>
                  <a:pt x="0" y="3962654"/>
                </a:lnTo>
                <a:lnTo>
                  <a:pt x="0" y="440181"/>
                </a:lnTo>
                <a:close/>
              </a:path>
            </a:pathLst>
          </a:custGeom>
          <a:noFill/>
          <a:ln w="50292">
            <a:solidFill>
              <a:srgbClr val="6f2f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object 7"/>
          <p:cNvSpPr/>
          <p:nvPr/>
        </p:nvSpPr>
        <p:spPr>
          <a:xfrm>
            <a:off x="3565440" y="898560"/>
            <a:ext cx="1942920" cy="4402800"/>
          </a:xfrm>
          <a:custGeom>
            <a:avLst/>
            <a:gdLst>
              <a:gd name="textAreaLeft" fmla="*/ 0 w 1942920"/>
              <a:gd name="textAreaRight" fmla="*/ 1943280 w 1942920"/>
              <a:gd name="textAreaTop" fmla="*/ 0 h 4402800"/>
              <a:gd name="textAreaBottom" fmla="*/ 4403160 h 4402800"/>
            </a:gdLst>
            <a:ahLst/>
            <a:cxnLst/>
            <a:rect l="textAreaLeft" t="textAreaTop" r="textAreaRight" b="textAreaBottom"/>
            <a:pathLst>
              <a:path w="1943100" h="4403090">
                <a:moveTo>
                  <a:pt x="0" y="323850"/>
                </a:moveTo>
                <a:lnTo>
                  <a:pt x="4239" y="271329"/>
                </a:lnTo>
                <a:lnTo>
                  <a:pt x="16514" y="221504"/>
                </a:lnTo>
                <a:lnTo>
                  <a:pt x="36155" y="175040"/>
                </a:lnTo>
                <a:lnTo>
                  <a:pt x="62496" y="132606"/>
                </a:lnTo>
                <a:lnTo>
                  <a:pt x="94869" y="94869"/>
                </a:lnTo>
                <a:lnTo>
                  <a:pt x="132606" y="62496"/>
                </a:lnTo>
                <a:lnTo>
                  <a:pt x="175040" y="36155"/>
                </a:lnTo>
                <a:lnTo>
                  <a:pt x="221504" y="16514"/>
                </a:lnTo>
                <a:lnTo>
                  <a:pt x="271329" y="4239"/>
                </a:lnTo>
                <a:lnTo>
                  <a:pt x="323850" y="0"/>
                </a:lnTo>
                <a:lnTo>
                  <a:pt x="1619250" y="0"/>
                </a:lnTo>
                <a:lnTo>
                  <a:pt x="1671770" y="4239"/>
                </a:lnTo>
                <a:lnTo>
                  <a:pt x="1721595" y="16514"/>
                </a:lnTo>
                <a:lnTo>
                  <a:pt x="1768059" y="36155"/>
                </a:lnTo>
                <a:lnTo>
                  <a:pt x="1810493" y="62496"/>
                </a:lnTo>
                <a:lnTo>
                  <a:pt x="1848230" y="94869"/>
                </a:lnTo>
                <a:lnTo>
                  <a:pt x="1880603" y="132606"/>
                </a:lnTo>
                <a:lnTo>
                  <a:pt x="1906944" y="175040"/>
                </a:lnTo>
                <a:lnTo>
                  <a:pt x="1926585" y="221504"/>
                </a:lnTo>
                <a:lnTo>
                  <a:pt x="1938860" y="271329"/>
                </a:lnTo>
                <a:lnTo>
                  <a:pt x="1943100" y="323850"/>
                </a:lnTo>
                <a:lnTo>
                  <a:pt x="1943100" y="4078985"/>
                </a:lnTo>
                <a:lnTo>
                  <a:pt x="1938860" y="4131506"/>
                </a:lnTo>
                <a:lnTo>
                  <a:pt x="1926585" y="4181331"/>
                </a:lnTo>
                <a:lnTo>
                  <a:pt x="1906944" y="4227795"/>
                </a:lnTo>
                <a:lnTo>
                  <a:pt x="1880603" y="4270229"/>
                </a:lnTo>
                <a:lnTo>
                  <a:pt x="1848230" y="4307967"/>
                </a:lnTo>
                <a:lnTo>
                  <a:pt x="1810493" y="4340339"/>
                </a:lnTo>
                <a:lnTo>
                  <a:pt x="1768059" y="4366680"/>
                </a:lnTo>
                <a:lnTo>
                  <a:pt x="1721595" y="4386321"/>
                </a:lnTo>
                <a:lnTo>
                  <a:pt x="1671770" y="4398596"/>
                </a:lnTo>
                <a:lnTo>
                  <a:pt x="1619250" y="4402836"/>
                </a:lnTo>
                <a:lnTo>
                  <a:pt x="323850" y="4402836"/>
                </a:lnTo>
                <a:lnTo>
                  <a:pt x="271329" y="4398596"/>
                </a:lnTo>
                <a:lnTo>
                  <a:pt x="221504" y="4386321"/>
                </a:lnTo>
                <a:lnTo>
                  <a:pt x="175040" y="4366680"/>
                </a:lnTo>
                <a:lnTo>
                  <a:pt x="132606" y="4340339"/>
                </a:lnTo>
                <a:lnTo>
                  <a:pt x="94869" y="4307967"/>
                </a:lnTo>
                <a:lnTo>
                  <a:pt x="62496" y="4270229"/>
                </a:lnTo>
                <a:lnTo>
                  <a:pt x="36155" y="4227795"/>
                </a:lnTo>
                <a:lnTo>
                  <a:pt x="16514" y="4181331"/>
                </a:lnTo>
                <a:lnTo>
                  <a:pt x="4239" y="4131506"/>
                </a:lnTo>
                <a:lnTo>
                  <a:pt x="0" y="4078985"/>
                </a:lnTo>
                <a:lnTo>
                  <a:pt x="0" y="323850"/>
                </a:lnTo>
                <a:close/>
              </a:path>
            </a:pathLst>
          </a:custGeom>
          <a:noFill/>
          <a:ln w="50292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509040"/>
          </a:xfrm>
          <a:prstGeom prst="rect">
            <a:avLst/>
          </a:prstGeom>
          <a:noFill/>
          <a:ln w="0">
            <a:noFill/>
          </a:ln>
        </p:spPr>
        <p:txBody>
          <a:bodyPr lIns="0" rIns="0" tIns="81720" bIns="0" anchor="t">
            <a:spAutoFit/>
          </a:bodyPr>
          <a:p>
            <a:pPr marL="127080" indent="0">
              <a:lnSpc>
                <a:spcPct val="100000"/>
              </a:lnSpc>
              <a:buNone/>
            </a:pP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ial</a:t>
            </a:r>
            <a:r>
              <a:rPr b="1" lang="nl-NL" sz="2800" spc="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context</a:t>
            </a:r>
            <a:r>
              <a:rPr b="1" lang="nl-NL" sz="2800" spc="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of</a:t>
            </a:r>
            <a:r>
              <a:rPr b="1" lang="nl-NL" sz="2800" spc="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ervice</a:t>
            </a:r>
            <a:r>
              <a:rPr b="1" lang="nl-NL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and</a:t>
            </a:r>
            <a:r>
              <a:rPr b="1" lang="nl-NL" sz="2800" spc="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benef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ci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ari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object 3"/>
          <p:cNvSpPr/>
          <p:nvPr/>
        </p:nvSpPr>
        <p:spPr>
          <a:xfrm>
            <a:off x="108360" y="5805000"/>
            <a:ext cx="9035640" cy="10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object 4"/>
          <p:cNvSpPr/>
          <p:nvPr/>
        </p:nvSpPr>
        <p:spPr>
          <a:xfrm>
            <a:off x="108360" y="5805000"/>
            <a:ext cx="9035640" cy="1053000"/>
          </a:xfrm>
          <a:custGeom>
            <a:avLst/>
            <a:gdLst>
              <a:gd name="textAreaLeft" fmla="*/ 0 w 9035640"/>
              <a:gd name="textAreaRight" fmla="*/ 9036000 w 9035640"/>
              <a:gd name="textAreaTop" fmla="*/ 0 h 1053000"/>
              <a:gd name="textAreaBottom" fmla="*/ 1053360 h 1053000"/>
            </a:gdLst>
            <a:ahLst/>
            <a:cxnLst/>
            <a:rect l="textAreaLeft" t="textAreaTop" r="textAreaRight" b="textAreaBottom"/>
            <a:pathLst>
              <a:path w="9036050" h="1053465">
                <a:moveTo>
                  <a:pt x="0" y="1053084"/>
                </a:moveTo>
                <a:lnTo>
                  <a:pt x="9035796" y="1053084"/>
                </a:lnTo>
                <a:lnTo>
                  <a:pt x="9035796" y="0"/>
                </a:lnTo>
                <a:lnTo>
                  <a:pt x="0" y="0"/>
                </a:lnTo>
                <a:lnTo>
                  <a:pt x="0" y="10530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object 5"/>
          <p:cNvSpPr/>
          <p:nvPr/>
        </p:nvSpPr>
        <p:spPr>
          <a:xfrm>
            <a:off x="3305520" y="2601360"/>
            <a:ext cx="5838120" cy="30384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bject 6"/>
          <p:cNvSpPr/>
          <p:nvPr/>
        </p:nvSpPr>
        <p:spPr>
          <a:xfrm>
            <a:off x="5509080" y="3703320"/>
            <a:ext cx="203760" cy="3319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object 7"/>
          <p:cNvSpPr/>
          <p:nvPr/>
        </p:nvSpPr>
        <p:spPr>
          <a:xfrm>
            <a:off x="4952880" y="4974480"/>
            <a:ext cx="203760" cy="3333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object 8"/>
          <p:cNvSpPr/>
          <p:nvPr/>
        </p:nvSpPr>
        <p:spPr>
          <a:xfrm>
            <a:off x="6662880" y="1484280"/>
            <a:ext cx="1455120" cy="13345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object 9"/>
          <p:cNvSpPr/>
          <p:nvPr/>
        </p:nvSpPr>
        <p:spPr>
          <a:xfrm>
            <a:off x="6721560" y="1542960"/>
            <a:ext cx="1324080" cy="1203480"/>
          </a:xfrm>
          <a:custGeom>
            <a:avLst/>
            <a:gdLst>
              <a:gd name="textAreaLeft" fmla="*/ 0 w 1324080"/>
              <a:gd name="textAreaRight" fmla="*/ 1324440 w 1324080"/>
              <a:gd name="textAreaTop" fmla="*/ 0 h 1203480"/>
              <a:gd name="textAreaBottom" fmla="*/ 1203840 h 1203480"/>
            </a:gdLst>
            <a:ahLst/>
            <a:cxnLst/>
            <a:rect l="textAreaLeft" t="textAreaTop" r="textAreaRight" b="textAreaBottom"/>
            <a:pathLst>
              <a:path w="1324609" h="1203960">
                <a:moveTo>
                  <a:pt x="0" y="1203960"/>
                </a:moveTo>
                <a:lnTo>
                  <a:pt x="1324355" y="1203960"/>
                </a:lnTo>
                <a:lnTo>
                  <a:pt x="1324355" y="0"/>
                </a:lnTo>
                <a:lnTo>
                  <a:pt x="0" y="0"/>
                </a:lnTo>
                <a:lnTo>
                  <a:pt x="0" y="12039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object 10"/>
          <p:cNvSpPr/>
          <p:nvPr/>
        </p:nvSpPr>
        <p:spPr>
          <a:xfrm>
            <a:off x="6721560" y="1542960"/>
            <a:ext cx="1324080" cy="1203480"/>
          </a:xfrm>
          <a:custGeom>
            <a:avLst/>
            <a:gdLst>
              <a:gd name="textAreaLeft" fmla="*/ 0 w 1324080"/>
              <a:gd name="textAreaRight" fmla="*/ 1324440 w 1324080"/>
              <a:gd name="textAreaTop" fmla="*/ 0 h 1203480"/>
              <a:gd name="textAreaBottom" fmla="*/ 1203840 h 1203480"/>
            </a:gdLst>
            <a:ahLst/>
            <a:cxnLst/>
            <a:rect l="textAreaLeft" t="textAreaTop" r="textAreaRight" b="textAreaBottom"/>
            <a:pathLst>
              <a:path w="1324609" h="1203960">
                <a:moveTo>
                  <a:pt x="0" y="1203960"/>
                </a:moveTo>
                <a:lnTo>
                  <a:pt x="1324355" y="1203960"/>
                </a:lnTo>
                <a:lnTo>
                  <a:pt x="1324355" y="0"/>
                </a:lnTo>
                <a:lnTo>
                  <a:pt x="0" y="0"/>
                </a:lnTo>
                <a:lnTo>
                  <a:pt x="0" y="1203960"/>
                </a:lnTo>
                <a:close/>
              </a:path>
            </a:pathLst>
          </a:custGeom>
          <a:noFill/>
          <a:ln w="25908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object 11"/>
          <p:cNvSpPr/>
          <p:nvPr/>
        </p:nvSpPr>
        <p:spPr>
          <a:xfrm>
            <a:off x="7461360" y="1643040"/>
            <a:ext cx="414000" cy="3654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object 12"/>
          <p:cNvSpPr/>
          <p:nvPr/>
        </p:nvSpPr>
        <p:spPr>
          <a:xfrm>
            <a:off x="5887080" y="2072520"/>
            <a:ext cx="1278360" cy="9748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object 13"/>
          <p:cNvSpPr/>
          <p:nvPr/>
        </p:nvSpPr>
        <p:spPr>
          <a:xfrm>
            <a:off x="7063920" y="2202120"/>
            <a:ext cx="1017720" cy="5770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object 14"/>
          <p:cNvSpPr/>
          <p:nvPr/>
        </p:nvSpPr>
        <p:spPr>
          <a:xfrm>
            <a:off x="3951720" y="4116240"/>
            <a:ext cx="495000" cy="254160"/>
          </a:xfrm>
          <a:custGeom>
            <a:avLst/>
            <a:gdLst>
              <a:gd name="textAreaLeft" fmla="*/ 0 w 495000"/>
              <a:gd name="textAreaRight" fmla="*/ 495360 w 495000"/>
              <a:gd name="textAreaTop" fmla="*/ 0 h 254160"/>
              <a:gd name="textAreaBottom" fmla="*/ 254520 h 254160"/>
            </a:gdLst>
            <a:ahLst/>
            <a:cxnLst/>
            <a:rect l="textAreaLeft" t="textAreaTop" r="textAreaRight" b="textAreaBottom"/>
            <a:pathLst>
              <a:path w="495300" h="254635">
                <a:moveTo>
                  <a:pt x="0" y="254507"/>
                </a:moveTo>
                <a:lnTo>
                  <a:pt x="495300" y="254507"/>
                </a:lnTo>
                <a:lnTo>
                  <a:pt x="495300" y="0"/>
                </a:lnTo>
                <a:lnTo>
                  <a:pt x="0" y="0"/>
                </a:lnTo>
                <a:lnTo>
                  <a:pt x="0" y="25450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 15"/>
          <p:cNvSpPr/>
          <p:nvPr/>
        </p:nvSpPr>
        <p:spPr>
          <a:xfrm>
            <a:off x="3958200" y="4189320"/>
            <a:ext cx="42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</a:t>
            </a:r>
            <a:endParaRPr b="0" lang="nl-NL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object 16"/>
          <p:cNvSpPr/>
          <p:nvPr/>
        </p:nvSpPr>
        <p:spPr>
          <a:xfrm>
            <a:off x="3958200" y="4433040"/>
            <a:ext cx="148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endParaRPr b="0" lang="nl-NL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object 17"/>
          <p:cNvSpPr/>
          <p:nvPr/>
        </p:nvSpPr>
        <p:spPr>
          <a:xfrm>
            <a:off x="7001280" y="2854440"/>
            <a:ext cx="667800" cy="277200"/>
          </a:xfrm>
          <a:custGeom>
            <a:avLst/>
            <a:gdLst>
              <a:gd name="textAreaLeft" fmla="*/ 0 w 667800"/>
              <a:gd name="textAreaRight" fmla="*/ 668160 w 667800"/>
              <a:gd name="textAreaTop" fmla="*/ 0 h 277200"/>
              <a:gd name="textAreaBottom" fmla="*/ 277560 h 277200"/>
            </a:gdLst>
            <a:ahLst/>
            <a:cxnLst/>
            <a:rect l="textAreaLeft" t="textAreaTop" r="textAreaRight" b="textAreaBottom"/>
            <a:pathLst>
              <a:path w="668020" h="277494">
                <a:moveTo>
                  <a:pt x="0" y="277367"/>
                </a:moveTo>
                <a:lnTo>
                  <a:pt x="667511" y="277367"/>
                </a:lnTo>
                <a:lnTo>
                  <a:pt x="667511" y="0"/>
                </a:lnTo>
                <a:lnTo>
                  <a:pt x="0" y="0"/>
                </a:lnTo>
                <a:lnTo>
                  <a:pt x="0" y="2773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object 18"/>
          <p:cNvSpPr/>
          <p:nvPr/>
        </p:nvSpPr>
        <p:spPr>
          <a:xfrm>
            <a:off x="7081200" y="2930400"/>
            <a:ext cx="356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</a:t>
            </a:r>
            <a:r>
              <a:rPr b="0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 19"/>
          <p:cNvSpPr/>
          <p:nvPr/>
        </p:nvSpPr>
        <p:spPr>
          <a:xfrm>
            <a:off x="6155280" y="3026520"/>
            <a:ext cx="495000" cy="253080"/>
          </a:xfrm>
          <a:custGeom>
            <a:avLst/>
            <a:gdLst>
              <a:gd name="textAreaLeft" fmla="*/ 0 w 495000"/>
              <a:gd name="textAreaRight" fmla="*/ 495360 w 495000"/>
              <a:gd name="textAreaTop" fmla="*/ 0 h 253080"/>
              <a:gd name="textAreaBottom" fmla="*/ 253440 h 253080"/>
            </a:gdLst>
            <a:ahLst/>
            <a:cxnLst/>
            <a:rect l="textAreaLeft" t="textAreaTop" r="textAreaRight" b="textAreaBottom"/>
            <a:pathLst>
              <a:path w="495300" h="253364">
                <a:moveTo>
                  <a:pt x="0" y="252984"/>
                </a:moveTo>
                <a:lnTo>
                  <a:pt x="495300" y="252984"/>
                </a:lnTo>
                <a:lnTo>
                  <a:pt x="495300" y="0"/>
                </a:lnTo>
                <a:lnTo>
                  <a:pt x="0" y="0"/>
                </a:lnTo>
                <a:lnTo>
                  <a:pt x="0" y="2529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bject 20"/>
          <p:cNvSpPr/>
          <p:nvPr/>
        </p:nvSpPr>
        <p:spPr>
          <a:xfrm>
            <a:off x="6162120" y="3098520"/>
            <a:ext cx="42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</a:t>
            </a:r>
            <a:endParaRPr b="0" lang="nl-NL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object 21"/>
          <p:cNvSpPr/>
          <p:nvPr/>
        </p:nvSpPr>
        <p:spPr>
          <a:xfrm>
            <a:off x="6162120" y="3342240"/>
            <a:ext cx="138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endParaRPr b="0" lang="nl-NL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bject 22"/>
          <p:cNvSpPr/>
          <p:nvPr/>
        </p:nvSpPr>
        <p:spPr>
          <a:xfrm>
            <a:off x="6819840" y="1587960"/>
            <a:ext cx="495000" cy="253080"/>
          </a:xfrm>
          <a:custGeom>
            <a:avLst/>
            <a:gdLst>
              <a:gd name="textAreaLeft" fmla="*/ 0 w 495000"/>
              <a:gd name="textAreaRight" fmla="*/ 495360 w 495000"/>
              <a:gd name="textAreaTop" fmla="*/ 0 h 253080"/>
              <a:gd name="textAreaBottom" fmla="*/ 253440 h 253080"/>
            </a:gdLst>
            <a:ahLst/>
            <a:cxnLst/>
            <a:rect l="textAreaLeft" t="textAreaTop" r="textAreaRight" b="textAreaBottom"/>
            <a:pathLst>
              <a:path w="495300" h="253364">
                <a:moveTo>
                  <a:pt x="0" y="252984"/>
                </a:moveTo>
                <a:lnTo>
                  <a:pt x="495300" y="252984"/>
                </a:lnTo>
                <a:lnTo>
                  <a:pt x="495300" y="0"/>
                </a:lnTo>
                <a:lnTo>
                  <a:pt x="0" y="0"/>
                </a:lnTo>
                <a:lnTo>
                  <a:pt x="0" y="2529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23"/>
          <p:cNvSpPr/>
          <p:nvPr/>
        </p:nvSpPr>
        <p:spPr>
          <a:xfrm>
            <a:off x="6826320" y="1659600"/>
            <a:ext cx="42048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1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1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</a:t>
            </a:r>
            <a:r>
              <a:rPr b="1" lang="nl-NL" sz="1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C</a:t>
            </a:r>
            <a:endParaRPr b="0" lang="nl-NL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 24"/>
          <p:cNvSpPr/>
          <p:nvPr/>
        </p:nvSpPr>
        <p:spPr>
          <a:xfrm>
            <a:off x="8863560" y="196560"/>
            <a:ext cx="154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 25"/>
          <p:cNvSpPr/>
          <p:nvPr/>
        </p:nvSpPr>
        <p:spPr>
          <a:xfrm>
            <a:off x="382680" y="1129680"/>
            <a:ext cx="3615480" cy="22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4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tmosp</a:t>
            </a:r>
            <a:r>
              <a:rPr b="1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1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eri</a:t>
            </a:r>
            <a:r>
              <a:rPr b="1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1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400" spc="-6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ans</a:t>
            </a:r>
            <a:r>
              <a:rPr b="1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1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ort: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endParaRPr b="0" lang="nl-NL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4280" indent="-571680">
              <a:lnSpc>
                <a:spcPct val="100000"/>
              </a:lnSpc>
              <a:buClr>
                <a:srgbClr val="000000"/>
              </a:buClr>
              <a:buFont typeface="Calibri"/>
              <a:buAutoNum type="romanUcPeriod"/>
              <a:tabLst>
                <a:tab algn="l" pos="5842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ben</a:t>
            </a:r>
            <a:r>
              <a:rPr b="0" lang="nl-NL" sz="24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fici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ries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4280" indent="-571680">
              <a:lnSpc>
                <a:spcPct val="100000"/>
              </a:lnSpc>
              <a:spcBef>
                <a:spcPts val="190"/>
              </a:spcBef>
              <a:buClr>
                <a:srgbClr val="000000"/>
              </a:buClr>
              <a:buFont typeface="Calibri"/>
              <a:buAutoNum type="romanUcPeriod"/>
              <a:tabLst>
                <a:tab algn="l" pos="5842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lth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dama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function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84280" indent="-571680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Font typeface="Calibri"/>
              <a:buAutoNum type="romanUcPeriod"/>
              <a:tabLst>
                <a:tab algn="l" pos="5842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ions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bject 2"/>
          <p:cNvSpPr/>
          <p:nvPr/>
        </p:nvSpPr>
        <p:spPr>
          <a:xfrm>
            <a:off x="6649200" y="0"/>
            <a:ext cx="2489760" cy="3788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12600" indent="0">
              <a:lnSpc>
                <a:spcPct val="100000"/>
              </a:lnSpc>
              <a:buNone/>
            </a:pP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Over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view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of</a:t>
            </a:r>
            <a:r>
              <a:rPr b="1" lang="nl-NL" sz="2800" spc="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the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</a:t>
            </a:r>
            <a:r>
              <a:rPr b="1" lang="nl-NL" sz="2800" spc="-3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roach</a:t>
            </a:r>
            <a:r>
              <a:rPr b="1" lang="nl-NL" sz="2800" spc="3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tak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object 4"/>
          <p:cNvSpPr/>
          <p:nvPr/>
        </p:nvSpPr>
        <p:spPr>
          <a:xfrm>
            <a:off x="174960" y="914400"/>
            <a:ext cx="5107680" cy="21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1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1" lang="nl-NL" sz="28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1" lang="nl-NL" sz="2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1" lang="nl-NL" sz="2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sic</a:t>
            </a:r>
            <a:r>
              <a:rPr b="1" lang="nl-NL" sz="2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2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1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</a:t>
            </a:r>
            <a:r>
              <a:rPr b="1" lang="nl-NL" sz="2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2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t: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5680"/>
              </a:tabLst>
            </a:pPr>
            <a:r>
              <a:rPr b="0" lang="nl-NL" sz="2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EMEP4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UK</a:t>
            </a:r>
            <a:r>
              <a:rPr b="0" lang="nl-NL" sz="2800" spc="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tmos</a:t>
            </a:r>
            <a:r>
              <a:rPr b="0" lang="nl-NL" sz="2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her</a:t>
            </a:r>
            <a:r>
              <a:rPr b="0" lang="nl-NL" sz="2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ic</a:t>
            </a:r>
            <a:r>
              <a:rPr b="0" lang="nl-NL" sz="2800" spc="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8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ans</a:t>
            </a:r>
            <a:r>
              <a:rPr b="0" lang="nl-NL" sz="2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ort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5680"/>
              </a:tabLst>
            </a:pP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model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1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Health</a:t>
            </a:r>
            <a:r>
              <a:rPr b="1" lang="nl-NL" sz="2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1" lang="nl-NL" sz="28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</a:t>
            </a:r>
            <a:r>
              <a:rPr b="1" lang="nl-NL" sz="2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2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1" lang="nl-NL" sz="2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accou</a:t>
            </a:r>
            <a:r>
              <a:rPr b="1" lang="nl-NL" sz="28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2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t: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5680"/>
              </a:tabLst>
            </a:pP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ALP</a:t>
            </a:r>
            <a:r>
              <a:rPr b="0" lang="nl-NL" sz="2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800" spc="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Risk</a:t>
            </a:r>
            <a:r>
              <a:rPr b="0" lang="nl-NL" sz="2800" spc="-8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2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ol</a:t>
            </a:r>
            <a:r>
              <a:rPr b="0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28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</a:t>
            </a:r>
            <a:r>
              <a:rPr b="0" lang="nl-NL" sz="2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bject 5"/>
          <p:cNvSpPr/>
          <p:nvPr/>
        </p:nvSpPr>
        <p:spPr>
          <a:xfrm>
            <a:off x="174960" y="3551760"/>
            <a:ext cx="516996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Scenari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800" spc="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app</a:t>
            </a:r>
            <a:r>
              <a:rPr b="0" lang="nl-NL" sz="28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oa</a:t>
            </a:r>
            <a:r>
              <a:rPr b="0" lang="nl-NL" sz="2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Sepa</a:t>
            </a:r>
            <a:r>
              <a:rPr b="0" lang="nl-NL" sz="2800" spc="-7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UK</a:t>
            </a:r>
            <a:r>
              <a:rPr b="0" lang="nl-NL" sz="2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&amp;</a:t>
            </a:r>
            <a:r>
              <a:rPr b="0" lang="nl-NL" sz="28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ur</a:t>
            </a:r>
            <a:r>
              <a:rPr b="0" lang="nl-NL" sz="2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0" lang="nl-NL" sz="2800" spc="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alcul</a:t>
            </a:r>
            <a:r>
              <a:rPr b="0" lang="nl-NL" sz="28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</a:t>
            </a:r>
            <a:r>
              <a:rPr b="0" lang="nl-NL" sz="2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bject 6"/>
          <p:cNvSpPr/>
          <p:nvPr/>
        </p:nvSpPr>
        <p:spPr>
          <a:xfrm>
            <a:off x="6228720" y="4443840"/>
            <a:ext cx="2805480" cy="1728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bject 7"/>
          <p:cNvSpPr/>
          <p:nvPr/>
        </p:nvSpPr>
        <p:spPr>
          <a:xfrm>
            <a:off x="6756120" y="3698280"/>
            <a:ext cx="20545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UK</a:t>
            </a:r>
            <a:r>
              <a:rPr b="1" lang="nl-NL" sz="18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18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b="1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1" lang="nl-NL" sz="18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</a:t>
            </a:r>
            <a:r>
              <a:rPr b="1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Map)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8"/>
          <p:cNvSpPr/>
          <p:nvPr/>
        </p:nvSpPr>
        <p:spPr>
          <a:xfrm>
            <a:off x="6883920" y="6424200"/>
            <a:ext cx="1735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</a:t>
            </a:r>
            <a:r>
              <a:rPr b="1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urban</a:t>
            </a:r>
            <a:r>
              <a:rPr b="1" lang="nl-NL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x</a:t>
            </a:r>
            <a:r>
              <a:rPr b="1" lang="nl-NL" sz="18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ent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2"/>
          <p:cNvSpPr/>
          <p:nvPr/>
        </p:nvSpPr>
        <p:spPr>
          <a:xfrm>
            <a:off x="88560" y="776160"/>
            <a:ext cx="4962240" cy="47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3600">
              <a:lnSpc>
                <a:spcPct val="100000"/>
              </a:lnSpc>
            </a:pPr>
            <a:r>
              <a:rPr b="1" lang="nl-N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b="1" lang="nl-NL" sz="24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1" lang="nl-NL" sz="2400" spc="-3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b="1" lang="nl-N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sical</a:t>
            </a:r>
            <a:r>
              <a:rPr b="1" lang="nl-NL" sz="2400" spc="26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nl-NL" sz="2400" spc="-6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account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Chemi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24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actions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 5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km</a:t>
            </a:r>
            <a:r>
              <a:rPr b="0" lang="nl-NL" sz="24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x 5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km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>
              <a:lnSpc>
                <a:spcPct val="100000"/>
              </a:lnSpc>
              <a:tabLst>
                <a:tab algn="l" pos="3556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~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.5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x 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2km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also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possibl</a:t>
            </a:r>
            <a:r>
              <a:rPr b="0" lang="nl-NL" sz="24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400" spc="-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4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er</a:t>
            </a:r>
            <a:r>
              <a:rPr b="0" lang="nl-NL" sz="24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25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esoluti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Hourl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time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ep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Gen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 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once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tions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24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om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emissions,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including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&amp;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4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eo</a:t>
            </a:r>
            <a:r>
              <a:rPr b="0" lang="nl-NL" sz="24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ol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gi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io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&amp;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7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tmospheric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ansport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3320" indent="-360720">
              <a:lnSpc>
                <a:spcPct val="12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355680"/>
              </a:tabLst>
            </a:pP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pollu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ts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 i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4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4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t: 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400" spc="-23" strike="noStrike" u="none" baseline="-20000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nl-NL" sz="2400" spc="-6" strike="noStrike" u="none" baseline="-20000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r>
              <a:rPr b="0" lang="nl-NL" sz="2400" spc="-23" strike="noStrike" u="none" baseline="-20000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</a:t>
            </a:r>
            <a:r>
              <a:rPr b="0" lang="nl-NL" sz="2400" spc="-23" strike="noStrike" u="none" baseline="-20000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NH</a:t>
            </a:r>
            <a:r>
              <a:rPr b="0" lang="nl-NL" sz="2400" spc="-23" strike="noStrike" u="none" baseline="-20000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4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400" spc="-23" strike="noStrike" u="none" baseline="-20000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nl-NL" sz="24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24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4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400" spc="-23" strike="noStrike" u="none" baseline="-20000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bject 3"/>
          <p:cNvSpPr/>
          <p:nvPr/>
        </p:nvSpPr>
        <p:spPr>
          <a:xfrm>
            <a:off x="5026680" y="801720"/>
            <a:ext cx="4117680" cy="52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UK</a:t>
            </a:r>
            <a:r>
              <a:rPr b="1" lang="nl-NL" sz="18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NAEI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b="0" lang="nl-NL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89"/>
              </a:spcBef>
              <a:tabLst>
                <a:tab algn="l" pos="0"/>
              </a:tabLst>
            </a:pPr>
            <a:r>
              <a:rPr b="0" lang="nl-NL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ns</a:t>
            </a:r>
            <a:endParaRPr b="0" lang="nl-N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75240" bIns="0" anchor="t">
            <a:spAutoFit/>
          </a:bodyPr>
          <a:p>
            <a:pPr marL="3240" indent="0">
              <a:lnSpc>
                <a:spcPct val="100000"/>
              </a:lnSpc>
              <a:buNone/>
            </a:pP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Atmospheric</a:t>
            </a:r>
            <a:r>
              <a:rPr b="1" lang="nl-NL" sz="2800" spc="4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chemi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str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</a:t>
            </a:r>
            <a:r>
              <a:rPr b="1" lang="nl-NL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</a:t>
            </a:r>
            <a:r>
              <a:rPr b="1" lang="nl-NL" sz="2800" spc="-3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el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ing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" name="object 5"/>
          <p:cNvSpPr/>
          <p:nvPr/>
        </p:nvSpPr>
        <p:spPr>
          <a:xfrm>
            <a:off x="8865000" y="245880"/>
            <a:ext cx="154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bject 6"/>
          <p:cNvSpPr/>
          <p:nvPr/>
        </p:nvSpPr>
        <p:spPr>
          <a:xfrm>
            <a:off x="6083640" y="765000"/>
            <a:ext cx="2922840" cy="52588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bject 7"/>
          <p:cNvSpPr/>
          <p:nvPr/>
        </p:nvSpPr>
        <p:spPr>
          <a:xfrm>
            <a:off x="5198400" y="801720"/>
            <a:ext cx="3945240" cy="5288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bject 8"/>
          <p:cNvSpPr/>
          <p:nvPr/>
        </p:nvSpPr>
        <p:spPr>
          <a:xfrm>
            <a:off x="5607720" y="819360"/>
            <a:ext cx="2822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2015, co</a:t>
            </a:r>
            <a:r>
              <a:rPr b="1" lang="nl-NL" sz="1800" spc="-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nc</a:t>
            </a:r>
            <a:r>
              <a:rPr b="1" lang="nl-NL" sz="1800" spc="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</a:t>
            </a:r>
            <a:r>
              <a:rPr b="1" lang="nl-NL" sz="1800" spc="-3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</a:t>
            </a:r>
            <a:r>
              <a:rPr b="1" lang="nl-NL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</a:t>
            </a:r>
            <a:r>
              <a:rPr b="1" lang="nl-NL" sz="1800" spc="-5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</a:t>
            </a:r>
            <a:r>
              <a:rPr b="1" lang="nl-NL" sz="18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b="1" lang="nl-NL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</a:t>
            </a:r>
            <a:r>
              <a:rPr b="1" lang="nl-NL" sz="1800" spc="-2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</a:t>
            </a:r>
            <a:r>
              <a:rPr b="1" lang="nl-NL" sz="1800" spc="-1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</a:t>
            </a:r>
            <a:r>
              <a:rPr b="1" lang="nl-NL" sz="1800" spc="-14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nl-NL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of</a:t>
            </a:r>
            <a:r>
              <a:rPr b="1" lang="nl-NL" sz="1800" spc="-2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</a:t>
            </a:r>
            <a:r>
              <a:rPr b="1" lang="nl-NL" sz="1800" spc="6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</a:t>
            </a:r>
            <a:r>
              <a:rPr b="1" lang="nl-NL" sz="1800" spc="-14" strike="noStrike" u="none" baseline="-20000">
                <a:solidFill>
                  <a:srgbClr val="ffffff"/>
                </a:solidFill>
                <a:effectLst/>
                <a:uFillTx/>
                <a:latin typeface="Calibri"/>
              </a:rPr>
              <a:t>2.5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bject 2"/>
          <p:cNvSpPr/>
          <p:nvPr/>
        </p:nvSpPr>
        <p:spPr>
          <a:xfrm>
            <a:off x="421920" y="1720080"/>
            <a:ext cx="1131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ase</a:t>
            </a:r>
            <a:r>
              <a:rPr b="0" lang="nl-NL" sz="135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135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135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0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15</a:t>
            </a:r>
            <a:endParaRPr b="0" lang="nl-N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object 3"/>
          <p:cNvSpPr/>
          <p:nvPr/>
        </p:nvSpPr>
        <p:spPr>
          <a:xfrm>
            <a:off x="2322000" y="1735200"/>
            <a:ext cx="16304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</a:t>
            </a:r>
            <a:r>
              <a:rPr b="0" lang="nl-NL" sz="135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v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35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0" lang="nl-NL" sz="135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eta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b="0" lang="nl-NL" sz="135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35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sce</a:t>
            </a: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io</a:t>
            </a:r>
            <a:endParaRPr b="0" lang="nl-N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bject 4"/>
          <p:cNvSpPr/>
          <p:nvPr/>
        </p:nvSpPr>
        <p:spPr>
          <a:xfrm>
            <a:off x="4652280" y="1716480"/>
            <a:ext cx="109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b="0" lang="nl-NL" sz="135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135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35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ce m</a:t>
            </a:r>
            <a:r>
              <a:rPr b="0" lang="nl-NL" sz="13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endParaRPr b="0" lang="nl-N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bject 5"/>
          <p:cNvSpPr/>
          <p:nvPr/>
        </p:nvSpPr>
        <p:spPr>
          <a:xfrm>
            <a:off x="180000" y="2094120"/>
            <a:ext cx="2009880" cy="3649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bject 6"/>
          <p:cNvSpPr/>
          <p:nvPr/>
        </p:nvSpPr>
        <p:spPr>
          <a:xfrm>
            <a:off x="2243160" y="2074320"/>
            <a:ext cx="2003760" cy="3649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bject 7"/>
          <p:cNvSpPr/>
          <p:nvPr/>
        </p:nvSpPr>
        <p:spPr>
          <a:xfrm>
            <a:off x="2270880" y="2120040"/>
            <a:ext cx="903240" cy="429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bject 8"/>
          <p:cNvSpPr/>
          <p:nvPr/>
        </p:nvSpPr>
        <p:spPr>
          <a:xfrm>
            <a:off x="180000" y="2106000"/>
            <a:ext cx="903240" cy="4309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object 9"/>
          <p:cNvSpPr/>
          <p:nvPr/>
        </p:nvSpPr>
        <p:spPr>
          <a:xfrm>
            <a:off x="4328280" y="2094120"/>
            <a:ext cx="1999080" cy="36298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object 10"/>
          <p:cNvSpPr/>
          <p:nvPr/>
        </p:nvSpPr>
        <p:spPr>
          <a:xfrm>
            <a:off x="4337280" y="2101680"/>
            <a:ext cx="961200" cy="4417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bject 11"/>
          <p:cNvSpPr/>
          <p:nvPr/>
        </p:nvSpPr>
        <p:spPr>
          <a:xfrm>
            <a:off x="709920" y="1269360"/>
            <a:ext cx="3997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1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Qua</a:t>
            </a:r>
            <a:r>
              <a:rPr b="1" lang="nl-NL" sz="21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tity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1" lang="nl-NL" sz="21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1" lang="nl-NL" sz="2100" spc="-6" strike="noStrike" u="none" baseline="-19000">
                <a:solidFill>
                  <a:srgbClr val="000000"/>
                </a:solidFill>
                <a:effectLst/>
                <a:uFillTx/>
                <a:latin typeface="Calibri"/>
              </a:rPr>
              <a:t>2.</a:t>
            </a:r>
            <a:r>
              <a:rPr b="1" lang="nl-NL" sz="2100" strike="noStrike" u="none" baseline="-19000">
                <a:solidFill>
                  <a:srgbClr val="000000"/>
                </a:solidFill>
                <a:effectLst/>
                <a:uFillTx/>
                <a:latin typeface="Calibri"/>
              </a:rPr>
              <a:t>5 </a:t>
            </a:r>
            <a:r>
              <a:rPr b="1" lang="nl-NL" sz="2100" spc="-218" strike="noStrike" u="none" baseline="-19000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emo</a:t>
            </a:r>
            <a:r>
              <a:rPr b="1" lang="nl-NL" sz="21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 (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1" lang="nl-NL" sz="2100" spc="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/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1" lang="nl-NL" sz="2100" spc="-6" strike="noStrike" u="none" baseline="25000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b="0" lang="nl-NL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object 12"/>
          <p:cNvSpPr/>
          <p:nvPr/>
        </p:nvSpPr>
        <p:spPr>
          <a:xfrm>
            <a:off x="6809400" y="925920"/>
            <a:ext cx="218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2271"/>
              </a:lnSpc>
            </a:pPr>
            <a:r>
              <a:rPr b="1" lang="nl-NL" sz="21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Chan</a:t>
            </a:r>
            <a:r>
              <a:rPr b="1" lang="nl-NL" sz="21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1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xposu</a:t>
            </a:r>
            <a:r>
              <a:rPr b="1" lang="nl-NL" sz="21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b="1" lang="nl-NL" sz="21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1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1" lang="nl-NL" sz="2100" spc="-6" strike="noStrike" u="none" baseline="-19000">
                <a:solidFill>
                  <a:srgbClr val="000000"/>
                </a:solidFill>
                <a:effectLst/>
                <a:uFillTx/>
                <a:latin typeface="Calibri"/>
              </a:rPr>
              <a:t>2.</a:t>
            </a:r>
            <a:r>
              <a:rPr b="1" lang="nl-NL" sz="2100" strike="noStrike" u="none" baseline="-19000">
                <a:solidFill>
                  <a:srgbClr val="000000"/>
                </a:solidFill>
                <a:effectLst/>
                <a:uFillTx/>
                <a:latin typeface="Calibri"/>
              </a:rPr>
              <a:t>5 </a:t>
            </a:r>
            <a:r>
              <a:rPr b="1" lang="nl-NL" sz="2100" spc="-241" strike="noStrike" u="none" baseline="-19000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1" lang="nl-NL" sz="21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µ</a:t>
            </a:r>
            <a:r>
              <a:rPr b="1" lang="nl-NL" sz="2100" spc="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/m</a:t>
            </a:r>
            <a:r>
              <a:rPr b="1" lang="nl-NL" sz="2100" spc="2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b="0" lang="nl-NL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4"/>
              </a:spcBef>
            </a:pPr>
            <a:r>
              <a:rPr b="1" lang="nl-NL" sz="21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21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g: 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-0.55</a:t>
            </a:r>
            <a:r>
              <a:rPr b="1" lang="nl-NL" sz="21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-10%)</a:t>
            </a:r>
            <a:endParaRPr b="0" lang="nl-NL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bject 13"/>
          <p:cNvSpPr/>
          <p:nvPr/>
        </p:nvSpPr>
        <p:spPr>
          <a:xfrm>
            <a:off x="8464680" y="1199520"/>
            <a:ext cx="1159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endParaRPr b="0" lang="nl-N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75240" bIns="0" anchor="t">
            <a:spAutoFit/>
          </a:bodyPr>
          <a:p>
            <a:pPr marL="3240" indent="0">
              <a:lnSpc>
                <a:spcPct val="100000"/>
              </a:lnSpc>
              <a:buNone/>
            </a:pP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EM</a:t>
            </a:r>
            <a:r>
              <a:rPr b="1" lang="nl-NL" sz="2800" spc="-3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</a:t>
            </a:r>
            <a:r>
              <a:rPr b="1" lang="nl-NL" sz="2800" spc="-45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tputs</a:t>
            </a:r>
            <a:r>
              <a:rPr b="1" lang="nl-NL" sz="2800" spc="5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–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nat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</a:t>
            </a:r>
            <a:r>
              <a:rPr b="1" lang="nl-NL" sz="2800" spc="2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run,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vege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ion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object 15"/>
          <p:cNvSpPr/>
          <p:nvPr/>
        </p:nvSpPr>
        <p:spPr>
          <a:xfrm>
            <a:off x="6748200" y="2074320"/>
            <a:ext cx="2072160" cy="36496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bject 16"/>
          <p:cNvSpPr/>
          <p:nvPr/>
        </p:nvSpPr>
        <p:spPr>
          <a:xfrm>
            <a:off x="8865000" y="245880"/>
            <a:ext cx="154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"/>
          <p:cNvSpPr/>
          <p:nvPr/>
        </p:nvSpPr>
        <p:spPr>
          <a:xfrm>
            <a:off x="524160" y="1068480"/>
            <a:ext cx="666396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Qua</a:t>
            </a:r>
            <a:r>
              <a:rPr b="0" lang="nl-NL" sz="33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tit</a:t>
            </a:r>
            <a:r>
              <a:rPr b="0" lang="nl-NL" sz="33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</a:t>
            </a:r>
            <a:r>
              <a:rPr b="0" lang="nl-NL" sz="33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33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33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33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pol</a:t>
            </a:r>
            <a:r>
              <a:rPr b="0" lang="nl-NL" sz="33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33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</a:t>
            </a:r>
            <a:r>
              <a:rPr b="0" lang="nl-NL" sz="33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33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33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3300" spc="-6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</a:t>
            </a:r>
            <a:r>
              <a:rPr b="0" lang="nl-NL" sz="33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33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ed</a:t>
            </a:r>
            <a:r>
              <a:rPr b="0" lang="nl-NL" sz="33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33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</a:t>
            </a:r>
            <a:r>
              <a:rPr b="0" lang="nl-NL" sz="33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</a:t>
            </a:r>
            <a:r>
              <a:rPr b="0" lang="nl-NL" sz="33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t/</a:t>
            </a:r>
            <a:r>
              <a:rPr b="0" lang="nl-NL" sz="33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0" lang="nl-NL" sz="33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33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b="0" lang="nl-NL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12600" indent="0">
              <a:lnSpc>
                <a:spcPct val="100000"/>
              </a:lnSpc>
              <a:buNone/>
            </a:pP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</a:t>
            </a:r>
            <a:r>
              <a:rPr b="1" lang="nl-NL" sz="2800" spc="-5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si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</a:t>
            </a:r>
            <a:r>
              <a:rPr b="1" lang="nl-NL" sz="2800" spc="4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coun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</a:t>
            </a:r>
            <a:r>
              <a:rPr b="1" lang="nl-NL" sz="2800" spc="4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nat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</a:t>
            </a:r>
            <a:r>
              <a:rPr b="1" lang="nl-NL" sz="2800" spc="2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cale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object 5"/>
          <p:cNvSpPr/>
          <p:nvPr/>
        </p:nvSpPr>
        <p:spPr>
          <a:xfrm>
            <a:off x="8865000" y="245880"/>
            <a:ext cx="154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object 3"/>
          <p:cNvGraphicFramePr/>
          <p:nvPr/>
        </p:nvGraphicFramePr>
        <p:xfrm>
          <a:off x="1132560" y="1704600"/>
          <a:ext cx="6572160" cy="3075480"/>
        </p:xfrm>
        <a:graphic>
          <a:graphicData uri="http://schemas.openxmlformats.org/drawingml/2006/table">
            <a:tbl>
              <a:tblPr/>
              <a:tblGrid>
                <a:gridCol w="45360"/>
                <a:gridCol w="186120"/>
                <a:gridCol w="1176120"/>
                <a:gridCol w="842040"/>
                <a:gridCol w="879120"/>
                <a:gridCol w="1052280"/>
                <a:gridCol w="631440"/>
                <a:gridCol w="940320"/>
                <a:gridCol w="132120"/>
                <a:gridCol w="685800"/>
              </a:tblGrid>
              <a:tr h="8964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33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33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Ha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r>
                        <a:rPr b="0" lang="nl-NL" sz="14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ta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54720" indent="-29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Coni</a:t>
                      </a:r>
                      <a:r>
                        <a:rPr b="0" lang="nl-NL" sz="1400" spc="-3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0" lang="nl-NL" sz="14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ous 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w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la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3800" indent="-183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id</a:t>
                      </a:r>
                      <a:r>
                        <a:rPr b="0" lang="nl-NL" sz="14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ous 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w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la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28880" indent="-716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Sem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r>
                        <a:rPr b="0" lang="nl-NL" sz="14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4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0" lang="nl-NL" sz="14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 </a:t>
                      </a:r>
                      <a:r>
                        <a:rPr b="0" lang="nl-NL" sz="14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(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</a:t>
                      </a:r>
                      <a:r>
                        <a:rPr b="0" lang="nl-NL" sz="14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assla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nd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 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rlan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)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04040">
                        <a:lnSpc>
                          <a:spcPct val="100000"/>
                        </a:lnSpc>
                      </a:pP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r>
                        <a:rPr b="0" lang="nl-NL" sz="14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81360" indent="207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nl-NL" sz="1400" spc="-119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 </a:t>
                      </a:r>
                      <a:r>
                        <a:rPr b="0" lang="nl-NL" sz="14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0" lang="nl-NL" sz="1400" spc="-2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</a:t>
                      </a:r>
                      <a:r>
                        <a:rPr b="0" lang="nl-NL" sz="14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eta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tion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5418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nl-NL" sz="14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C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EH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la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nd</a:t>
                      </a:r>
                      <a:r>
                        <a:rPr b="0" lang="nl-NL" sz="1400" spc="-2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er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(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k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</a:t>
                      </a:r>
                      <a:r>
                        <a:rPr b="0" lang="nl-NL" sz="1350" spc="6" strike="noStrike" u="none" baseline="37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)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3480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36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7152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13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95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45540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135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90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2312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63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4308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228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38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7288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d44d00"/>
                      </a:solidFill>
                      <a:prstDash val="solid"/>
                    </a:lnL>
                    <a:lnR w="38160">
                      <a:solidFill>
                        <a:srgbClr val="d44d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d44d00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5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</a:t>
                      </a:r>
                      <a:r>
                        <a:rPr b="0" lang="nl-NL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</a:t>
                      </a:r>
                      <a:r>
                        <a:rPr b="0" lang="nl-NL" sz="1500" spc="-6" strike="noStrike" u="none" baseline="-11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b="0" lang="nl-NL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51300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.3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7.7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43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d44d00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d44d00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8332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d44d00"/>
                      </a:solidFill>
                      <a:prstDash val="solid"/>
                    </a:lnL>
                    <a:lnR w="38160">
                      <a:solidFill>
                        <a:srgbClr val="d44d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d44d00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ts val="1675"/>
                        </a:lnSpc>
                      </a:pPr>
                      <a:r>
                        <a:rPr b="0" lang="nl-NL" sz="2250" spc="6" strike="noStrike" u="none" baseline="7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</a:t>
                      </a:r>
                      <a:r>
                        <a:rPr b="0" lang="nl-NL" sz="2250" strike="noStrike" u="none" baseline="7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</a:t>
                      </a:r>
                      <a:r>
                        <a:rPr b="0" lang="nl-NL" sz="10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.5</a:t>
                      </a:r>
                      <a:endParaRPr b="0" lang="nl-NL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9.6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8.2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4.5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3660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-0.1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1164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.2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d44d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d44d00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d44d00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6712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5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500" strike="noStrike" u="none" baseline="-11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nl-NL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.1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17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.7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9168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.5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1164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38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.3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d44d00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6748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6f2f9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NH</a:t>
                      </a:r>
                      <a:r>
                        <a:rPr b="0" lang="nl-NL" sz="1500" strike="noStrike" u="none" baseline="-11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nl-NL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4.7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8.4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.5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9168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7.8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1164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.4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6f2f9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6f2f9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1212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6f2f9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r>
                        <a:rPr b="0" lang="nl-NL" sz="1500" strike="noStrike" u="none" baseline="-11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nl-NL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.6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.6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.4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9168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.1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11640">
                        <a:lnSpc>
                          <a:spcPct val="100000"/>
                        </a:lnSpc>
                      </a:pP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23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.7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6f2f9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6f2f9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38160">
                      <a:solidFill>
                        <a:srgbClr val="6f2f9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3328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0">
                        <a:lnSpc>
                          <a:spcPct val="100000"/>
                        </a:lnSpc>
                      </a:pPr>
                      <a:r>
                        <a:rPr b="0" lang="nl-NL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500" strike="noStrike" u="none" baseline="-11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nl-NL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42372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1.6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55008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.5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360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7.1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1132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3.9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431640">
                        <a:lnSpc>
                          <a:spcPct val="100000"/>
                        </a:lnSpc>
                      </a:pP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r>
                        <a:rPr b="0" lang="nl-NL" sz="14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r>
                        <a:rPr b="0" lang="nl-NL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.2</a:t>
                      </a:r>
                      <a:endParaRPr b="0" lang="nl-NL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6f2f9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4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bject 2"/>
          <p:cNvSpPr/>
          <p:nvPr/>
        </p:nvSpPr>
        <p:spPr>
          <a:xfrm>
            <a:off x="108360" y="5805000"/>
            <a:ext cx="9035640" cy="1053000"/>
          </a:xfrm>
          <a:custGeom>
            <a:avLst/>
            <a:gdLst>
              <a:gd name="textAreaLeft" fmla="*/ 0 w 9035640"/>
              <a:gd name="textAreaRight" fmla="*/ 9036000 w 9035640"/>
              <a:gd name="textAreaTop" fmla="*/ 0 h 1053000"/>
              <a:gd name="textAreaBottom" fmla="*/ 1053360 h 1053000"/>
            </a:gdLst>
            <a:ahLst/>
            <a:cxnLst/>
            <a:rect l="textAreaLeft" t="textAreaTop" r="textAreaRight" b="textAreaBottom"/>
            <a:pathLst>
              <a:path w="9036050" h="1053465">
                <a:moveTo>
                  <a:pt x="0" y="1053084"/>
                </a:moveTo>
                <a:lnTo>
                  <a:pt x="9035796" y="1053084"/>
                </a:lnTo>
                <a:lnTo>
                  <a:pt x="9035796" y="0"/>
                </a:lnTo>
                <a:lnTo>
                  <a:pt x="0" y="0"/>
                </a:lnTo>
                <a:lnTo>
                  <a:pt x="0" y="10530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12600" indent="0">
              <a:lnSpc>
                <a:spcPct val="100000"/>
              </a:lnSpc>
              <a:buNone/>
            </a:pP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</a:t>
            </a:r>
            <a:r>
              <a:rPr b="1" lang="nl-NL" sz="2800" spc="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count</a:t>
            </a:r>
            <a:r>
              <a:rPr b="1" lang="nl-NL" sz="2800" spc="45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nat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3" name="object 4"/>
          <p:cNvSpPr/>
          <p:nvPr/>
        </p:nvSpPr>
        <p:spPr>
          <a:xfrm>
            <a:off x="6537960" y="6432480"/>
            <a:ext cx="1411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object 5"/>
          <p:cNvSpPr/>
          <p:nvPr/>
        </p:nvSpPr>
        <p:spPr>
          <a:xfrm>
            <a:off x="267840" y="1144080"/>
            <a:ext cx="35906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Annual</a:t>
            </a:r>
            <a:r>
              <a:rPr b="0" lang="nl-NL" sz="2000" spc="-45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 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value</a:t>
            </a:r>
            <a:r>
              <a:rPr b="0" lang="nl-NL" sz="2000" spc="-34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 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of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healt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h</a:t>
            </a:r>
            <a:r>
              <a:rPr b="0" lang="nl-NL" sz="2000" spc="-31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benefits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6"/>
          <p:cNvSpPr/>
          <p:nvPr/>
        </p:nvSpPr>
        <p:spPr>
          <a:xfrm>
            <a:off x="0" y="1647360"/>
            <a:ext cx="9143640" cy="35809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7"/>
          <p:cNvSpPr/>
          <p:nvPr/>
        </p:nvSpPr>
        <p:spPr>
          <a:xfrm>
            <a:off x="6589080" y="4839480"/>
            <a:ext cx="1368720" cy="507600"/>
          </a:xfrm>
          <a:custGeom>
            <a:avLst/>
            <a:gdLst>
              <a:gd name="textAreaLeft" fmla="*/ 0 w 1368720"/>
              <a:gd name="textAreaRight" fmla="*/ 1369080 w 1368720"/>
              <a:gd name="textAreaTop" fmla="*/ 0 h 507600"/>
              <a:gd name="textAreaBottom" fmla="*/ 507960 h 507600"/>
            </a:gdLst>
            <a:ahLst/>
            <a:cxnLst/>
            <a:rect l="textAreaLeft" t="textAreaTop" r="textAreaRight" b="textAreaBottom"/>
            <a:pathLst>
              <a:path w="1369059" h="508000">
                <a:moveTo>
                  <a:pt x="0" y="253745"/>
                </a:moveTo>
                <a:lnTo>
                  <a:pt x="8955" y="212601"/>
                </a:lnTo>
                <a:lnTo>
                  <a:pt x="34881" y="173565"/>
                </a:lnTo>
                <a:lnTo>
                  <a:pt x="76370" y="137161"/>
                </a:lnTo>
                <a:lnTo>
                  <a:pt x="132014" y="103912"/>
                </a:lnTo>
                <a:lnTo>
                  <a:pt x="200405" y="74342"/>
                </a:lnTo>
                <a:lnTo>
                  <a:pt x="238941" y="61100"/>
                </a:lnTo>
                <a:lnTo>
                  <a:pt x="280135" y="48975"/>
                </a:lnTo>
                <a:lnTo>
                  <a:pt x="323812" y="38031"/>
                </a:lnTo>
                <a:lnTo>
                  <a:pt x="369795" y="28333"/>
                </a:lnTo>
                <a:lnTo>
                  <a:pt x="417909" y="19948"/>
                </a:lnTo>
                <a:lnTo>
                  <a:pt x="467977" y="12941"/>
                </a:lnTo>
                <a:lnTo>
                  <a:pt x="519824" y="7377"/>
                </a:lnTo>
                <a:lnTo>
                  <a:pt x="573273" y="3322"/>
                </a:lnTo>
                <a:lnTo>
                  <a:pt x="628149" y="841"/>
                </a:lnTo>
                <a:lnTo>
                  <a:pt x="684276" y="0"/>
                </a:lnTo>
                <a:lnTo>
                  <a:pt x="740402" y="841"/>
                </a:lnTo>
                <a:lnTo>
                  <a:pt x="795278" y="3322"/>
                </a:lnTo>
                <a:lnTo>
                  <a:pt x="848727" y="7377"/>
                </a:lnTo>
                <a:lnTo>
                  <a:pt x="900574" y="12941"/>
                </a:lnTo>
                <a:lnTo>
                  <a:pt x="950642" y="19948"/>
                </a:lnTo>
                <a:lnTo>
                  <a:pt x="998756" y="28333"/>
                </a:lnTo>
                <a:lnTo>
                  <a:pt x="1044739" y="38031"/>
                </a:lnTo>
                <a:lnTo>
                  <a:pt x="1088416" y="48975"/>
                </a:lnTo>
                <a:lnTo>
                  <a:pt x="1129610" y="61100"/>
                </a:lnTo>
                <a:lnTo>
                  <a:pt x="1168145" y="74342"/>
                </a:lnTo>
                <a:lnTo>
                  <a:pt x="1203846" y="88634"/>
                </a:lnTo>
                <a:lnTo>
                  <a:pt x="1266040" y="120109"/>
                </a:lnTo>
                <a:lnTo>
                  <a:pt x="1314783" y="155001"/>
                </a:lnTo>
                <a:lnTo>
                  <a:pt x="1348667" y="192787"/>
                </a:lnTo>
                <a:lnTo>
                  <a:pt x="1366283" y="232942"/>
                </a:lnTo>
                <a:lnTo>
                  <a:pt x="1368552" y="253745"/>
                </a:lnTo>
                <a:lnTo>
                  <a:pt x="1366283" y="274549"/>
                </a:lnTo>
                <a:lnTo>
                  <a:pt x="1348667" y="314704"/>
                </a:lnTo>
                <a:lnTo>
                  <a:pt x="1314783" y="352490"/>
                </a:lnTo>
                <a:lnTo>
                  <a:pt x="1266040" y="387382"/>
                </a:lnTo>
                <a:lnTo>
                  <a:pt x="1203846" y="418857"/>
                </a:lnTo>
                <a:lnTo>
                  <a:pt x="1168146" y="433149"/>
                </a:lnTo>
                <a:lnTo>
                  <a:pt x="1129610" y="446391"/>
                </a:lnTo>
                <a:lnTo>
                  <a:pt x="1088416" y="458516"/>
                </a:lnTo>
                <a:lnTo>
                  <a:pt x="1044739" y="469460"/>
                </a:lnTo>
                <a:lnTo>
                  <a:pt x="998756" y="479158"/>
                </a:lnTo>
                <a:lnTo>
                  <a:pt x="950642" y="487543"/>
                </a:lnTo>
                <a:lnTo>
                  <a:pt x="900574" y="494550"/>
                </a:lnTo>
                <a:lnTo>
                  <a:pt x="848727" y="500114"/>
                </a:lnTo>
                <a:lnTo>
                  <a:pt x="795278" y="504169"/>
                </a:lnTo>
                <a:lnTo>
                  <a:pt x="740402" y="506650"/>
                </a:lnTo>
                <a:lnTo>
                  <a:pt x="684276" y="507491"/>
                </a:lnTo>
                <a:lnTo>
                  <a:pt x="628149" y="506650"/>
                </a:lnTo>
                <a:lnTo>
                  <a:pt x="573273" y="504169"/>
                </a:lnTo>
                <a:lnTo>
                  <a:pt x="519824" y="500114"/>
                </a:lnTo>
                <a:lnTo>
                  <a:pt x="467977" y="494550"/>
                </a:lnTo>
                <a:lnTo>
                  <a:pt x="417909" y="487543"/>
                </a:lnTo>
                <a:lnTo>
                  <a:pt x="369795" y="479158"/>
                </a:lnTo>
                <a:lnTo>
                  <a:pt x="323812" y="469460"/>
                </a:lnTo>
                <a:lnTo>
                  <a:pt x="280135" y="458516"/>
                </a:lnTo>
                <a:lnTo>
                  <a:pt x="238941" y="446391"/>
                </a:lnTo>
                <a:lnTo>
                  <a:pt x="200405" y="433149"/>
                </a:lnTo>
                <a:lnTo>
                  <a:pt x="164705" y="418857"/>
                </a:lnTo>
                <a:lnTo>
                  <a:pt x="102511" y="387382"/>
                </a:lnTo>
                <a:lnTo>
                  <a:pt x="53768" y="352490"/>
                </a:lnTo>
                <a:lnTo>
                  <a:pt x="19884" y="314704"/>
                </a:lnTo>
                <a:lnTo>
                  <a:pt x="2268" y="274549"/>
                </a:lnTo>
                <a:lnTo>
                  <a:pt x="0" y="253745"/>
                </a:lnTo>
                <a:close/>
              </a:path>
            </a:pathLst>
          </a:custGeom>
          <a:noFill/>
          <a:ln w="50292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ject 8"/>
          <p:cNvSpPr/>
          <p:nvPr/>
        </p:nvSpPr>
        <p:spPr>
          <a:xfrm>
            <a:off x="8865000" y="245880"/>
            <a:ext cx="154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object 2"/>
          <p:cNvSpPr/>
          <p:nvPr/>
        </p:nvSpPr>
        <p:spPr>
          <a:xfrm>
            <a:off x="402480" y="124200"/>
            <a:ext cx="33512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Urban results</a:t>
            </a:r>
            <a:endParaRPr b="0" lang="nl-NL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bject 3"/>
          <p:cNvSpPr/>
          <p:nvPr/>
        </p:nvSpPr>
        <p:spPr>
          <a:xfrm>
            <a:off x="8865000" y="245880"/>
            <a:ext cx="1544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4"/>
          <p:cNvSpPr/>
          <p:nvPr/>
        </p:nvSpPr>
        <p:spPr>
          <a:xfrm>
            <a:off x="1403640" y="1053000"/>
            <a:ext cx="6667200" cy="4448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54000" bIns="0" anchor="t">
            <a:spAutoFit/>
          </a:bodyPr>
          <a:p>
            <a:pPr marL="12600" indent="0">
              <a:lnSpc>
                <a:spcPct val="100000"/>
              </a:lnSpc>
              <a:buNone/>
            </a:pP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Urban</a:t>
            </a:r>
            <a:r>
              <a:rPr b="1" lang="nl-NL" sz="2800" spc="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natura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capi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2" name="object 5"/>
          <p:cNvSpPr/>
          <p:nvPr/>
        </p:nvSpPr>
        <p:spPr>
          <a:xfrm>
            <a:off x="546480" y="1956960"/>
            <a:ext cx="109764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 algn="just">
              <a:lnSpc>
                <a:spcPct val="98000"/>
              </a:lnSpc>
            </a:pPr>
            <a:r>
              <a:rPr b="0" lang="nl-NL" sz="2000" spc="-99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P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oll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u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tant 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removed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(ktonne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s)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object 6"/>
          <p:cNvSpPr/>
          <p:nvPr/>
        </p:nvSpPr>
        <p:spPr>
          <a:xfrm>
            <a:off x="546480" y="4165560"/>
            <a:ext cx="1118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2341"/>
              </a:lnSpc>
            </a:pP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Health 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outco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Trebuchet MS"/>
              </a:rPr>
              <a:t>mes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object 7"/>
          <p:cNvSpPr/>
          <p:nvPr/>
        </p:nvSpPr>
        <p:spPr>
          <a:xfrm>
            <a:off x="7020360" y="1878480"/>
            <a:ext cx="1225080" cy="418680"/>
          </a:xfrm>
          <a:custGeom>
            <a:avLst/>
            <a:gdLst>
              <a:gd name="textAreaLeft" fmla="*/ 0 w 1225080"/>
              <a:gd name="textAreaRight" fmla="*/ 1225440 w 1225080"/>
              <a:gd name="textAreaTop" fmla="*/ 0 h 418680"/>
              <a:gd name="textAreaBottom" fmla="*/ 419040 h 418680"/>
            </a:gdLst>
            <a:ahLst/>
            <a:cxnLst/>
            <a:rect l="textAreaLeft" t="textAreaTop" r="textAreaRight" b="textAreaBottom"/>
            <a:pathLst>
              <a:path w="1225550" h="419100">
                <a:moveTo>
                  <a:pt x="0" y="209550"/>
                </a:moveTo>
                <a:lnTo>
                  <a:pt x="17806" y="159203"/>
                </a:lnTo>
                <a:lnTo>
                  <a:pt x="48148" y="127998"/>
                </a:lnTo>
                <a:lnTo>
                  <a:pt x="91795" y="99183"/>
                </a:lnTo>
                <a:lnTo>
                  <a:pt x="147484" y="73191"/>
                </a:lnTo>
                <a:lnTo>
                  <a:pt x="213954" y="50453"/>
                </a:lnTo>
                <a:lnTo>
                  <a:pt x="250838" y="40440"/>
                </a:lnTo>
                <a:lnTo>
                  <a:pt x="289943" y="31403"/>
                </a:lnTo>
                <a:lnTo>
                  <a:pt x="331113" y="23396"/>
                </a:lnTo>
                <a:lnTo>
                  <a:pt x="374189" y="16472"/>
                </a:lnTo>
                <a:lnTo>
                  <a:pt x="419014" y="10686"/>
                </a:lnTo>
                <a:lnTo>
                  <a:pt x="465430" y="6092"/>
                </a:lnTo>
                <a:lnTo>
                  <a:pt x="513280" y="2743"/>
                </a:lnTo>
                <a:lnTo>
                  <a:pt x="562405" y="694"/>
                </a:lnTo>
                <a:lnTo>
                  <a:pt x="612648" y="0"/>
                </a:lnTo>
                <a:lnTo>
                  <a:pt x="662890" y="694"/>
                </a:lnTo>
                <a:lnTo>
                  <a:pt x="712015" y="2743"/>
                </a:lnTo>
                <a:lnTo>
                  <a:pt x="759865" y="6092"/>
                </a:lnTo>
                <a:lnTo>
                  <a:pt x="806281" y="10686"/>
                </a:lnTo>
                <a:lnTo>
                  <a:pt x="851106" y="16472"/>
                </a:lnTo>
                <a:lnTo>
                  <a:pt x="894182" y="23396"/>
                </a:lnTo>
                <a:lnTo>
                  <a:pt x="935352" y="31403"/>
                </a:lnTo>
                <a:lnTo>
                  <a:pt x="974457" y="40440"/>
                </a:lnTo>
                <a:lnTo>
                  <a:pt x="1011341" y="50453"/>
                </a:lnTo>
                <a:lnTo>
                  <a:pt x="1077811" y="73191"/>
                </a:lnTo>
                <a:lnTo>
                  <a:pt x="1133500" y="99183"/>
                </a:lnTo>
                <a:lnTo>
                  <a:pt x="1177147" y="127998"/>
                </a:lnTo>
                <a:lnTo>
                  <a:pt x="1207489" y="159203"/>
                </a:lnTo>
                <a:lnTo>
                  <a:pt x="1225296" y="209550"/>
                </a:lnTo>
                <a:lnTo>
                  <a:pt x="1223264" y="226731"/>
                </a:lnTo>
                <a:lnTo>
                  <a:pt x="1194060" y="275770"/>
                </a:lnTo>
                <a:lnTo>
                  <a:pt x="1156908" y="305835"/>
                </a:lnTo>
                <a:lnTo>
                  <a:pt x="1107082" y="333292"/>
                </a:lnTo>
                <a:lnTo>
                  <a:pt x="1045845" y="357711"/>
                </a:lnTo>
                <a:lnTo>
                  <a:pt x="974457" y="378659"/>
                </a:lnTo>
                <a:lnTo>
                  <a:pt x="935352" y="387696"/>
                </a:lnTo>
                <a:lnTo>
                  <a:pt x="894182" y="395703"/>
                </a:lnTo>
                <a:lnTo>
                  <a:pt x="851106" y="402627"/>
                </a:lnTo>
                <a:lnTo>
                  <a:pt x="806281" y="408413"/>
                </a:lnTo>
                <a:lnTo>
                  <a:pt x="759865" y="413007"/>
                </a:lnTo>
                <a:lnTo>
                  <a:pt x="712015" y="416356"/>
                </a:lnTo>
                <a:lnTo>
                  <a:pt x="662890" y="418405"/>
                </a:lnTo>
                <a:lnTo>
                  <a:pt x="612648" y="419100"/>
                </a:lnTo>
                <a:lnTo>
                  <a:pt x="562405" y="418405"/>
                </a:lnTo>
                <a:lnTo>
                  <a:pt x="513280" y="416356"/>
                </a:lnTo>
                <a:lnTo>
                  <a:pt x="465430" y="413007"/>
                </a:lnTo>
                <a:lnTo>
                  <a:pt x="419014" y="408413"/>
                </a:lnTo>
                <a:lnTo>
                  <a:pt x="374189" y="402627"/>
                </a:lnTo>
                <a:lnTo>
                  <a:pt x="331113" y="395703"/>
                </a:lnTo>
                <a:lnTo>
                  <a:pt x="289943" y="387696"/>
                </a:lnTo>
                <a:lnTo>
                  <a:pt x="250838" y="378659"/>
                </a:lnTo>
                <a:lnTo>
                  <a:pt x="213954" y="368646"/>
                </a:lnTo>
                <a:lnTo>
                  <a:pt x="147484" y="345908"/>
                </a:lnTo>
                <a:lnTo>
                  <a:pt x="91795" y="319916"/>
                </a:lnTo>
                <a:lnTo>
                  <a:pt x="48148" y="291101"/>
                </a:lnTo>
                <a:lnTo>
                  <a:pt x="17806" y="259896"/>
                </a:lnTo>
                <a:lnTo>
                  <a:pt x="0" y="209550"/>
                </a:lnTo>
                <a:close/>
              </a:path>
            </a:pathLst>
          </a:custGeom>
          <a:noFill/>
          <a:ln w="50292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object 8"/>
          <p:cNvSpPr/>
          <p:nvPr/>
        </p:nvSpPr>
        <p:spPr>
          <a:xfrm>
            <a:off x="7020360" y="4582080"/>
            <a:ext cx="1225080" cy="464400"/>
          </a:xfrm>
          <a:custGeom>
            <a:avLst/>
            <a:gdLst>
              <a:gd name="textAreaLeft" fmla="*/ 0 w 1225080"/>
              <a:gd name="textAreaRight" fmla="*/ 1225440 w 1225080"/>
              <a:gd name="textAreaTop" fmla="*/ 0 h 464400"/>
              <a:gd name="textAreaBottom" fmla="*/ 464760 h 464400"/>
            </a:gdLst>
            <a:ahLst/>
            <a:cxnLst/>
            <a:rect l="textAreaLeft" t="textAreaTop" r="textAreaRight" b="textAreaBottom"/>
            <a:pathLst>
              <a:path w="1225550" h="464820">
                <a:moveTo>
                  <a:pt x="0" y="232410"/>
                </a:moveTo>
                <a:lnTo>
                  <a:pt x="8019" y="194702"/>
                </a:lnTo>
                <a:lnTo>
                  <a:pt x="31235" y="158934"/>
                </a:lnTo>
                <a:lnTo>
                  <a:pt x="68387" y="125586"/>
                </a:lnTo>
                <a:lnTo>
                  <a:pt x="118213" y="95134"/>
                </a:lnTo>
                <a:lnTo>
                  <a:pt x="179450" y="68056"/>
                </a:lnTo>
                <a:lnTo>
                  <a:pt x="250838" y="44829"/>
                </a:lnTo>
                <a:lnTo>
                  <a:pt x="289943" y="34810"/>
                </a:lnTo>
                <a:lnTo>
                  <a:pt x="331113" y="25933"/>
                </a:lnTo>
                <a:lnTo>
                  <a:pt x="374189" y="18258"/>
                </a:lnTo>
                <a:lnTo>
                  <a:pt x="419014" y="11844"/>
                </a:lnTo>
                <a:lnTo>
                  <a:pt x="465430" y="6752"/>
                </a:lnTo>
                <a:lnTo>
                  <a:pt x="513280" y="3040"/>
                </a:lnTo>
                <a:lnTo>
                  <a:pt x="562405" y="770"/>
                </a:lnTo>
                <a:lnTo>
                  <a:pt x="612648" y="0"/>
                </a:lnTo>
                <a:lnTo>
                  <a:pt x="662890" y="770"/>
                </a:lnTo>
                <a:lnTo>
                  <a:pt x="712015" y="3040"/>
                </a:lnTo>
                <a:lnTo>
                  <a:pt x="759865" y="6752"/>
                </a:lnTo>
                <a:lnTo>
                  <a:pt x="806281" y="11844"/>
                </a:lnTo>
                <a:lnTo>
                  <a:pt x="851106" y="18258"/>
                </a:lnTo>
                <a:lnTo>
                  <a:pt x="894182" y="25933"/>
                </a:lnTo>
                <a:lnTo>
                  <a:pt x="935352" y="34810"/>
                </a:lnTo>
                <a:lnTo>
                  <a:pt x="974457" y="44829"/>
                </a:lnTo>
                <a:lnTo>
                  <a:pt x="1011341" y="55931"/>
                </a:lnTo>
                <a:lnTo>
                  <a:pt x="1077811" y="81143"/>
                </a:lnTo>
                <a:lnTo>
                  <a:pt x="1133500" y="109968"/>
                </a:lnTo>
                <a:lnTo>
                  <a:pt x="1177147" y="141928"/>
                </a:lnTo>
                <a:lnTo>
                  <a:pt x="1207489" y="176546"/>
                </a:lnTo>
                <a:lnTo>
                  <a:pt x="1223264" y="213343"/>
                </a:lnTo>
                <a:lnTo>
                  <a:pt x="1225296" y="232410"/>
                </a:lnTo>
                <a:lnTo>
                  <a:pt x="1223264" y="251476"/>
                </a:lnTo>
                <a:lnTo>
                  <a:pt x="1207489" y="288273"/>
                </a:lnTo>
                <a:lnTo>
                  <a:pt x="1177147" y="322891"/>
                </a:lnTo>
                <a:lnTo>
                  <a:pt x="1133500" y="354851"/>
                </a:lnTo>
                <a:lnTo>
                  <a:pt x="1077811" y="383676"/>
                </a:lnTo>
                <a:lnTo>
                  <a:pt x="1011341" y="408888"/>
                </a:lnTo>
                <a:lnTo>
                  <a:pt x="974457" y="419990"/>
                </a:lnTo>
                <a:lnTo>
                  <a:pt x="935352" y="430009"/>
                </a:lnTo>
                <a:lnTo>
                  <a:pt x="894182" y="438886"/>
                </a:lnTo>
                <a:lnTo>
                  <a:pt x="851106" y="446561"/>
                </a:lnTo>
                <a:lnTo>
                  <a:pt x="806281" y="452975"/>
                </a:lnTo>
                <a:lnTo>
                  <a:pt x="759865" y="458067"/>
                </a:lnTo>
                <a:lnTo>
                  <a:pt x="712015" y="461779"/>
                </a:lnTo>
                <a:lnTo>
                  <a:pt x="662890" y="464049"/>
                </a:lnTo>
                <a:lnTo>
                  <a:pt x="612648" y="464820"/>
                </a:lnTo>
                <a:lnTo>
                  <a:pt x="562405" y="464049"/>
                </a:lnTo>
                <a:lnTo>
                  <a:pt x="513280" y="461779"/>
                </a:lnTo>
                <a:lnTo>
                  <a:pt x="465430" y="458067"/>
                </a:lnTo>
                <a:lnTo>
                  <a:pt x="419014" y="452975"/>
                </a:lnTo>
                <a:lnTo>
                  <a:pt x="374189" y="446561"/>
                </a:lnTo>
                <a:lnTo>
                  <a:pt x="331113" y="438886"/>
                </a:lnTo>
                <a:lnTo>
                  <a:pt x="289943" y="430009"/>
                </a:lnTo>
                <a:lnTo>
                  <a:pt x="250838" y="419990"/>
                </a:lnTo>
                <a:lnTo>
                  <a:pt x="213954" y="408888"/>
                </a:lnTo>
                <a:lnTo>
                  <a:pt x="147484" y="383676"/>
                </a:lnTo>
                <a:lnTo>
                  <a:pt x="91795" y="354851"/>
                </a:lnTo>
                <a:lnTo>
                  <a:pt x="48148" y="322891"/>
                </a:lnTo>
                <a:lnTo>
                  <a:pt x="17806" y="288273"/>
                </a:lnTo>
                <a:lnTo>
                  <a:pt x="2031" y="251476"/>
                </a:lnTo>
                <a:lnTo>
                  <a:pt x="0" y="232410"/>
                </a:lnTo>
                <a:close/>
              </a:path>
            </a:pathLst>
          </a:custGeom>
          <a:noFill/>
          <a:ln w="50292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object 9"/>
          <p:cNvSpPr/>
          <p:nvPr/>
        </p:nvSpPr>
        <p:spPr>
          <a:xfrm>
            <a:off x="186480" y="894960"/>
            <a:ext cx="53121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Amou</a:t>
            </a:r>
            <a:r>
              <a:rPr b="1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1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poll</a:t>
            </a:r>
            <a:r>
              <a:rPr b="1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</a:t>
            </a:r>
            <a:r>
              <a:rPr b="1" lang="nl-NL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emo</a:t>
            </a:r>
            <a:r>
              <a:rPr b="1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1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&amp; he</a:t>
            </a:r>
            <a:r>
              <a:rPr b="1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lth</a:t>
            </a:r>
            <a:r>
              <a:rPr b="1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</a:t>
            </a:r>
            <a:r>
              <a:rPr b="1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1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om</a:t>
            </a:r>
            <a:r>
              <a:rPr b="1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es: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bject 10"/>
          <p:cNvSpPr/>
          <p:nvPr/>
        </p:nvSpPr>
        <p:spPr>
          <a:xfrm>
            <a:off x="8865000" y="245880"/>
            <a:ext cx="2840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object 2"/>
          <p:cNvGraphicFramePr/>
          <p:nvPr/>
        </p:nvGraphicFramePr>
        <p:xfrm>
          <a:off x="1829160" y="1591560"/>
          <a:ext cx="6120360" cy="1576800"/>
        </p:xfrm>
        <a:graphic>
          <a:graphicData uri="http://schemas.openxmlformats.org/drawingml/2006/table">
            <a:tbl>
              <a:tblPr/>
              <a:tblGrid>
                <a:gridCol w="1728000"/>
                <a:gridCol w="3250080"/>
                <a:gridCol w="1141920"/>
              </a:tblGrid>
              <a:tr h="31536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20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</a:pP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Ha</a:t>
                      </a:r>
                      <a:r>
                        <a:rPr b="1" lang="nl-NL" sz="1800" spc="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r>
                        <a:rPr b="1" lang="nl-NL" sz="1800" spc="-14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nl-NL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04440">
                        <a:lnSpc>
                          <a:spcPct val="100000"/>
                        </a:lnSpc>
                      </a:pPr>
                      <a:r>
                        <a:rPr b="1" lang="nl-NL" sz="1800" spc="-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2015</a:t>
                      </a:r>
                      <a:endParaRPr b="0" lang="nl-NL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15360">
                <a:tc rowSpan="4">
                  <a:txBody>
                    <a:bodyPr lIns="0" rIns="0" tIns="0" bIns="0" anchor="t">
                      <a:noAutofit/>
                    </a:bodyPr>
                    <a:p>
                      <a:pPr marL="226080">
                        <a:lnSpc>
                          <a:spcPct val="100000"/>
                        </a:lnSpc>
                      </a:pP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</a:t>
                      </a:r>
                      <a:r>
                        <a:rPr b="1" lang="nl-NL" sz="1800" spc="-11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</a:t>
                      </a:r>
                      <a:r>
                        <a:rPr b="1" lang="nl-NL" sz="1800" spc="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ll</a:t>
                      </a:r>
                      <a:r>
                        <a:rPr b="1" lang="nl-NL" sz="1800" spc="-11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1" lang="nl-NL" sz="1800" spc="-14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1" lang="nl-NL" sz="1800" spc="-2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ts</a:t>
                      </a:r>
                      <a:endParaRPr b="0" lang="nl-NL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0" lang="nl-NL" sz="18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ba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w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oodland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6240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38.2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153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0" lang="nl-NL" sz="18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ba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</a:t>
                      </a:r>
                      <a:r>
                        <a:rPr b="0" lang="nl-NL" sz="1800" spc="-3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as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sland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4.9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153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0" lang="nl-NL" sz="18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ba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r>
                        <a:rPr b="0" lang="nl-NL" sz="18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</a:t>
                      </a:r>
                      <a:r>
                        <a:rPr b="0" lang="nl-NL" sz="1800" spc="-3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/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800" spc="-3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w</a:t>
                      </a:r>
                      <a:r>
                        <a:rPr b="0" lang="nl-NL" sz="18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nl-NL" sz="1800" spc="-3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er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0.1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153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</a:pPr>
                      <a:r>
                        <a:rPr b="0" lang="nl-NL" sz="1800" spc="-159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800" spc="-3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urba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0" lang="nl-NL" sz="18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tu</a:t>
                      </a:r>
                      <a:r>
                        <a:rPr b="0" lang="nl-NL" sz="1800" spc="-4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pc="-2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r>
                        <a:rPr b="0" lang="nl-NL" sz="1800" spc="-3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6240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43.2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" name="object 4"/>
          <p:cNvGraphicFramePr/>
          <p:nvPr/>
        </p:nvGraphicFramePr>
        <p:xfrm>
          <a:off x="1829160" y="3710520"/>
          <a:ext cx="6120360" cy="1576800"/>
        </p:xfrm>
        <a:graphic>
          <a:graphicData uri="http://schemas.openxmlformats.org/drawingml/2006/table">
            <a:tbl>
              <a:tblPr/>
              <a:tblGrid>
                <a:gridCol w="1634400"/>
                <a:gridCol w="3691800"/>
                <a:gridCol w="793800"/>
              </a:tblGrid>
              <a:tr h="31536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nl-NL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14480">
                        <a:lnSpc>
                          <a:spcPct val="100000"/>
                        </a:lnSpc>
                      </a:pP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H</a:t>
                      </a:r>
                      <a:r>
                        <a:rPr b="1" lang="nl-NL" sz="1800" spc="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alth</a:t>
                      </a:r>
                      <a:r>
                        <a:rPr b="1" lang="nl-NL" sz="1800" spc="-2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1" lang="nl-NL" sz="1800" spc="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1" lang="nl-NL" sz="1800" spc="-2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1" lang="nl-NL" sz="1800" spc="-11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ome</a:t>
                      </a:r>
                      <a:endParaRPr b="0" lang="nl-NL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06200">
                        <a:lnSpc>
                          <a:spcPct val="100000"/>
                        </a:lnSpc>
                      </a:pP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No</a:t>
                      </a:r>
                      <a:r>
                        <a:rPr b="1" lang="nl-NL" sz="1800" spc="-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/yr</a:t>
                      </a:r>
                      <a:endParaRPr b="0" lang="nl-NL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15360">
                <a:tc rowSpan="4"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ct val="115000"/>
                        </a:lnSpc>
                      </a:pP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</a:t>
                      </a:r>
                      <a:r>
                        <a:rPr b="1" lang="nl-NL" sz="1800" spc="-11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poll</a:t>
                      </a:r>
                      <a:r>
                        <a:rPr b="1" lang="nl-NL" sz="1800" spc="-11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r>
                        <a:rPr b="1" lang="nl-NL" sz="1800" spc="-14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1" lang="nl-NL" sz="1800" spc="-2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ts </a:t>
                      </a:r>
                      <a:r>
                        <a:rPr b="1" lang="nl-NL" sz="1800" spc="-11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om</a:t>
                      </a:r>
                      <a:r>
                        <a:rPr b="1" lang="nl-NL" sz="1800" spc="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r>
                        <a:rPr b="1" lang="nl-NL" sz="1800" spc="6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b="1" lang="nl-NL" sz="1800" spc="-11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1" lang="nl-NL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endParaRPr b="0" lang="nl-NL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</a:pPr>
                      <a:r>
                        <a:rPr b="0" lang="nl-NL" sz="1800" spc="-45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pi</a:t>
                      </a:r>
                      <a:r>
                        <a:rPr b="0" lang="nl-NL" sz="1800" spc="-45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pc="-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at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y 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ho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pi</a:t>
                      </a:r>
                      <a:r>
                        <a:rPr b="0" lang="nl-NL" sz="1800" spc="-3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ad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is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ions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0096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-538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153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</a:pP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Ca</a:t>
                      </a:r>
                      <a:r>
                        <a:rPr b="0" lang="nl-NL" sz="18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di</a:t>
                      </a:r>
                      <a:r>
                        <a:rPr b="0" lang="nl-NL" sz="1800" spc="-2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r>
                        <a:rPr b="0" lang="nl-NL" sz="18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as</a:t>
                      </a:r>
                      <a:r>
                        <a:rPr b="0" lang="nl-NL" sz="18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ula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pc="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ho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pi</a:t>
                      </a:r>
                      <a:r>
                        <a:rPr b="0" lang="nl-NL" sz="1800" spc="-3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ad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is</a:t>
                      </a:r>
                      <a:r>
                        <a:rPr b="0" lang="nl-NL" sz="1800" spc="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ions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0096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-182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153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</a:pP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Li</a:t>
                      </a:r>
                      <a:r>
                        <a:rPr b="0" lang="nl-NL" sz="1800" spc="-5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r>
                        <a:rPr b="0" lang="nl-NL" sz="1800" spc="1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b="0" lang="nl-NL" sz="18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ea</a:t>
                      </a:r>
                      <a:r>
                        <a:rPr b="0" lang="nl-NL" sz="1800" spc="-34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 </a:t>
                      </a: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lo</a:t>
                      </a:r>
                      <a:r>
                        <a:rPr b="0" lang="nl-NL" sz="1800" spc="-2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2888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-5</a:t>
                      </a:r>
                      <a:r>
                        <a:rPr b="0" lang="nl-NL" sz="18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899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153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</a:pPr>
                      <a:r>
                        <a:rPr b="0" lang="nl-NL" sz="1800" spc="-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</a:t>
                      </a:r>
                      <a:r>
                        <a:rPr b="0" lang="nl-NL" sz="18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ths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00960">
                        <a:lnSpc>
                          <a:spcPct val="100000"/>
                        </a:lnSpc>
                      </a:pPr>
                      <a:r>
                        <a:rPr b="0" lang="nl-NL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-105</a:t>
                      </a:r>
                      <a:endParaRPr b="0" lang="nl-N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bject 2"/>
          <p:cNvSpPr/>
          <p:nvPr/>
        </p:nvSpPr>
        <p:spPr>
          <a:xfrm>
            <a:off x="474480" y="964440"/>
            <a:ext cx="325584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2395"/>
              </a:lnSpc>
            </a:pPr>
            <a:r>
              <a:rPr b="1" lang="nl-NL" sz="21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Chan</a:t>
            </a:r>
            <a:r>
              <a:rPr b="1" lang="nl-NL" sz="21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1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xposu</a:t>
            </a:r>
            <a:r>
              <a:rPr b="1" lang="nl-NL" sz="21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1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1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PM2.5</a:t>
            </a:r>
            <a:endParaRPr b="0" lang="nl-NL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2395"/>
              </a:lnSpc>
              <a:tabLst>
                <a:tab algn="l" pos="1284120"/>
              </a:tabLst>
            </a:pP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(u</a:t>
            </a:r>
            <a:r>
              <a:rPr b="1" lang="nl-NL" sz="2100" spc="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/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1" lang="nl-NL" sz="2100" spc="-5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1" lang="nl-NL" sz="21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</a:t>
            </a:r>
            <a:r>
              <a:rPr b="1" lang="nl-NL" sz="21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-0.06</a:t>
            </a:r>
            <a:r>
              <a:rPr b="1" lang="nl-NL" sz="21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(-1%)</a:t>
            </a:r>
            <a:endParaRPr b="0" lang="nl-NL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bject 3"/>
          <p:cNvSpPr/>
          <p:nvPr/>
        </p:nvSpPr>
        <p:spPr>
          <a:xfrm>
            <a:off x="396360" y="1845720"/>
            <a:ext cx="3093480" cy="47224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75240" bIns="0" anchor="t">
            <a:spAutoFit/>
          </a:bodyPr>
          <a:p>
            <a:pPr marL="3240" indent="0">
              <a:lnSpc>
                <a:spcPct val="100000"/>
              </a:lnSpc>
              <a:buNone/>
            </a:pP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EM</a:t>
            </a:r>
            <a:r>
              <a:rPr b="1" lang="nl-NL" sz="2800" spc="-3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</a:t>
            </a:r>
            <a:r>
              <a:rPr b="1" lang="nl-NL" sz="2800" spc="-45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</a:t>
            </a:r>
            <a:r>
              <a:rPr b="1" lang="nl-NL" sz="2800" spc="-3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el</a:t>
            </a:r>
            <a:r>
              <a:rPr b="1" lang="nl-NL" sz="2800" spc="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tputs</a:t>
            </a:r>
            <a:r>
              <a:rPr b="1" lang="nl-NL" sz="2800" spc="5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–</a:t>
            </a:r>
            <a:r>
              <a:rPr b="1" lang="nl-NL" sz="2800" spc="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urban</a:t>
            </a:r>
            <a:r>
              <a:rPr b="1" lang="nl-NL" sz="2800" spc="6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natura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</a:t>
            </a:r>
            <a:r>
              <a:rPr b="1" lang="nl-NL" sz="2800" spc="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apita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object 5"/>
          <p:cNvSpPr/>
          <p:nvPr/>
        </p:nvSpPr>
        <p:spPr>
          <a:xfrm>
            <a:off x="5003280" y="1865520"/>
            <a:ext cx="3419640" cy="46843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object 6"/>
          <p:cNvSpPr/>
          <p:nvPr/>
        </p:nvSpPr>
        <p:spPr>
          <a:xfrm>
            <a:off x="5011560" y="964440"/>
            <a:ext cx="361584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2395"/>
              </a:lnSpc>
            </a:pPr>
            <a:r>
              <a:rPr b="1" lang="nl-NL" sz="2100" spc="-18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1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1" lang="nl-NL" sz="21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1" lang="nl-NL" sz="21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alue</a:t>
            </a:r>
            <a:r>
              <a:rPr b="1" lang="nl-NL" sz="21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1" lang="nl-NL" sz="21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health</a:t>
            </a:r>
            <a:r>
              <a:rPr b="1" lang="nl-NL" sz="21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ou</a:t>
            </a:r>
            <a:r>
              <a:rPr b="1" lang="nl-NL" sz="21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1" lang="nl-NL" sz="21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omes</a:t>
            </a:r>
            <a:r>
              <a:rPr b="1" lang="nl-NL" sz="21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=</a:t>
            </a:r>
            <a:endParaRPr b="0" lang="nl-NL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2395"/>
              </a:lnSpc>
            </a:pPr>
            <a:r>
              <a:rPr b="1" lang="nl-NL" sz="2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£200m</a:t>
            </a:r>
            <a:endParaRPr b="0" lang="nl-NL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bject 7"/>
          <p:cNvSpPr/>
          <p:nvPr/>
        </p:nvSpPr>
        <p:spPr>
          <a:xfrm>
            <a:off x="7524000" y="2348640"/>
            <a:ext cx="770760" cy="10663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object 8"/>
          <p:cNvSpPr/>
          <p:nvPr/>
        </p:nvSpPr>
        <p:spPr>
          <a:xfrm>
            <a:off x="8809200" y="203400"/>
            <a:ext cx="28404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2"/>
          <p:cNvSpPr/>
          <p:nvPr/>
        </p:nvSpPr>
        <p:spPr>
          <a:xfrm>
            <a:off x="108360" y="5805000"/>
            <a:ext cx="9035640" cy="1053000"/>
          </a:xfrm>
          <a:custGeom>
            <a:avLst/>
            <a:gdLst>
              <a:gd name="textAreaLeft" fmla="*/ 0 w 9035640"/>
              <a:gd name="textAreaRight" fmla="*/ 9036000 w 9035640"/>
              <a:gd name="textAreaTop" fmla="*/ 0 h 1053000"/>
              <a:gd name="textAreaBottom" fmla="*/ 1053360 h 1053000"/>
            </a:gdLst>
            <a:ahLst/>
            <a:cxnLst/>
            <a:rect l="textAreaLeft" t="textAreaTop" r="textAreaRight" b="textAreaBottom"/>
            <a:pathLst>
              <a:path w="9036050" h="1053465">
                <a:moveTo>
                  <a:pt x="0" y="1053084"/>
                </a:moveTo>
                <a:lnTo>
                  <a:pt x="9035796" y="1053084"/>
                </a:lnTo>
                <a:lnTo>
                  <a:pt x="9035796" y="0"/>
                </a:lnTo>
                <a:lnTo>
                  <a:pt x="0" y="0"/>
                </a:lnTo>
                <a:lnTo>
                  <a:pt x="0" y="10530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bject 3"/>
          <p:cNvSpPr/>
          <p:nvPr/>
        </p:nvSpPr>
        <p:spPr>
          <a:xfrm>
            <a:off x="126720" y="1230480"/>
            <a:ext cx="4765320" cy="35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356400"/>
              </a:tabLst>
            </a:pP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App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oac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b="0" lang="nl-NL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base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 </a:t>
            </a:r>
            <a:r>
              <a:rPr b="0" lang="nl-NL" sz="26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eali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tic chemi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nt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600" spc="-5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</a:t>
            </a:r>
            <a:r>
              <a:rPr b="0" lang="nl-NL" sz="2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ons, 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eo</a:t>
            </a:r>
            <a:r>
              <a:rPr b="0" lang="nl-NL" sz="2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olo</a:t>
            </a:r>
            <a:r>
              <a:rPr b="0" lang="nl-NL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pollu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 t</a:t>
            </a:r>
            <a:r>
              <a:rPr b="0" lang="nl-NL" sz="26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ansport</a:t>
            </a:r>
            <a:endParaRPr b="0" lang="nl-N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406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6400"/>
              </a:tabLst>
            </a:pP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tional ac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</a:t>
            </a:r>
            <a:r>
              <a:rPr b="0" lang="nl-NL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tial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ben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(£1bn)</a:t>
            </a:r>
            <a:endParaRPr b="0" lang="nl-N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38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356400"/>
                <a:tab algn="l" pos="2975040"/>
              </a:tabLst>
            </a:pP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Urban</a:t>
            </a:r>
            <a:r>
              <a:rPr b="0" lang="nl-NL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</a:t>
            </a:r>
            <a:r>
              <a:rPr b="0" lang="nl-NL" sz="26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also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vides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</a:t>
            </a:r>
            <a:r>
              <a:rPr b="0" lang="nl-NL" sz="26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tial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</a:t>
            </a:r>
            <a:r>
              <a:rPr b="0" lang="nl-NL" sz="2600" spc="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vice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(£200</a:t>
            </a:r>
            <a:r>
              <a:rPr b="0" lang="nl-NL" sz="26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b="0" lang="nl-N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75240" bIns="0" anchor="t">
            <a:spAutoFit/>
          </a:bodyPr>
          <a:p>
            <a:pPr marL="3240" indent="0">
              <a:lnSpc>
                <a:spcPct val="100000"/>
              </a:lnSpc>
              <a:buNone/>
            </a:pP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mmary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0" name="object 5"/>
          <p:cNvSpPr/>
          <p:nvPr/>
        </p:nvSpPr>
        <p:spPr>
          <a:xfrm>
            <a:off x="8809200" y="203400"/>
            <a:ext cx="28404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object 6"/>
          <p:cNvSpPr/>
          <p:nvPr/>
        </p:nvSpPr>
        <p:spPr>
          <a:xfrm>
            <a:off x="5103720" y="1527120"/>
            <a:ext cx="4020120" cy="26802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object 7"/>
          <p:cNvSpPr/>
          <p:nvPr/>
        </p:nvSpPr>
        <p:spPr>
          <a:xfrm>
            <a:off x="5868720" y="5540760"/>
            <a:ext cx="32742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</a:t>
            </a:r>
            <a:r>
              <a:rPr b="0" lang="nl-NL" sz="26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</a:t>
            </a:r>
            <a:r>
              <a:rPr b="0" lang="nl-NL" sz="26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</a:t>
            </a:r>
            <a:r>
              <a:rPr b="0" lang="nl-NL" sz="26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Lau</a:t>
            </a:r>
            <a:r>
              <a:rPr b="0" lang="nl-NL" sz="26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ence</a:t>
            </a:r>
            <a:r>
              <a:rPr b="0" lang="nl-NL" sz="26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Jones</a:t>
            </a:r>
            <a:endParaRPr b="0" lang="nl-N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object 8"/>
          <p:cNvSpPr/>
          <p:nvPr/>
        </p:nvSpPr>
        <p:spPr>
          <a:xfrm>
            <a:off x="5868720" y="5937480"/>
            <a:ext cx="1839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2600" spc="31" strike="noStrike" u="sng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L</a:t>
            </a:r>
            <a:r>
              <a:rPr b="0" lang="nl-NL" sz="2600" strike="noStrike" u="sng">
                <a:solidFill>
                  <a:srgbClr val="0000ff"/>
                </a:solidFill>
                <a:effectLst/>
                <a:uFillTx/>
                <a:latin typeface="Calibri"/>
                <a:hlinkClick r:id="rId3"/>
              </a:rPr>
              <a:t>J@c</a:t>
            </a:r>
            <a:r>
              <a:rPr b="0" lang="nl-NL" sz="2600" spc="6" strike="noStrike" u="sng">
                <a:solidFill>
                  <a:srgbClr val="0000ff"/>
                </a:solidFill>
                <a:effectLst/>
                <a:uFillTx/>
                <a:latin typeface="Calibri"/>
                <a:hlinkClick r:id="rId4"/>
              </a:rPr>
              <a:t>e</a:t>
            </a:r>
            <a:r>
              <a:rPr b="0" lang="nl-NL" sz="2600" spc="-6" strike="noStrike" u="sng">
                <a:solidFill>
                  <a:srgbClr val="0000ff"/>
                </a:solidFill>
                <a:effectLst/>
                <a:uFillTx/>
                <a:latin typeface="Calibri"/>
                <a:hlinkClick r:id="rId5"/>
              </a:rPr>
              <a:t>h.</a:t>
            </a:r>
            <a:r>
              <a:rPr b="0" lang="nl-NL" sz="2600" spc="6" strike="noStrike" u="sng">
                <a:solidFill>
                  <a:srgbClr val="0000ff"/>
                </a:solidFill>
                <a:effectLst/>
                <a:uFillTx/>
                <a:latin typeface="Calibri"/>
                <a:hlinkClick r:id="rId6"/>
              </a:rPr>
              <a:t>a</a:t>
            </a:r>
            <a:r>
              <a:rPr b="0" lang="nl-NL" sz="2600" strike="noStrike" u="sng">
                <a:solidFill>
                  <a:srgbClr val="0000ff"/>
                </a:solidFill>
                <a:effectLst/>
                <a:uFillTx/>
                <a:latin typeface="Calibri"/>
                <a:hlinkClick r:id="rId7"/>
              </a:rPr>
              <a:t>c.</a:t>
            </a:r>
            <a:r>
              <a:rPr b="0" lang="nl-NL" sz="2600" spc="-6" strike="noStrike" u="sng">
                <a:solidFill>
                  <a:srgbClr val="0000ff"/>
                </a:solidFill>
                <a:effectLst/>
                <a:uFillTx/>
                <a:latin typeface="Calibri"/>
                <a:hlinkClick r:id="rId8"/>
              </a:rPr>
              <a:t>uk</a:t>
            </a:r>
            <a:endParaRPr b="0" lang="nl-N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object 9"/>
          <p:cNvSpPr/>
          <p:nvPr/>
        </p:nvSpPr>
        <p:spPr>
          <a:xfrm>
            <a:off x="5880600" y="6245280"/>
            <a:ext cx="1813320" cy="360"/>
          </a:xfrm>
          <a:custGeom>
            <a:avLst/>
            <a:gdLst>
              <a:gd name="textAreaLeft" fmla="*/ 0 w 1813320"/>
              <a:gd name="textAreaRight" fmla="*/ 1813680 w 18133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813559" h="0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22605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object 10"/>
          <p:cNvSpPr/>
          <p:nvPr/>
        </p:nvSpPr>
        <p:spPr>
          <a:xfrm>
            <a:off x="178560" y="5526000"/>
            <a:ext cx="464652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Jone</a:t>
            </a:r>
            <a:r>
              <a:rPr b="0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 al.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(2</a:t>
            </a:r>
            <a:r>
              <a:rPr b="0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0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r>
            <a:r>
              <a:rPr b="0" lang="nl-NL" sz="2000" spc="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r>
              <a:rPr b="0" lang="nl-NL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opin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</a:t>
            </a:r>
            <a:r>
              <a:rPr b="0" lang="nl-NL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b="0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</a:t>
            </a:r>
            <a:r>
              <a:rPr b="0" lang="nl-NL" sz="2000" spc="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object 11"/>
          <p:cNvSpPr/>
          <p:nvPr/>
        </p:nvSpPr>
        <p:spPr>
          <a:xfrm>
            <a:off x="178560" y="5831280"/>
            <a:ext cx="4718160" cy="8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</a:t>
            </a:r>
            <a:r>
              <a:rPr b="0" lang="nl-NL" sz="2000" spc="-9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alu</a:t>
            </a:r>
            <a:r>
              <a:rPr b="0" lang="nl-NL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Air</a:t>
            </a:r>
            <a:r>
              <a:rPr b="0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ol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utio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b="0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 </a:t>
            </a:r>
            <a:r>
              <a:rPr b="0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000" spc="-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</a:t>
            </a:r>
            <a:r>
              <a:rPr b="0" lang="nl-NL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em</a:t>
            </a:r>
            <a:r>
              <a:rPr b="0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</a:t>
            </a:r>
            <a:r>
              <a:rPr b="0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ts.</a:t>
            </a:r>
            <a:r>
              <a:rPr b="0" lang="nl-NL" sz="20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Fina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0" lang="nl-NL" sz="20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eport</a:t>
            </a:r>
            <a:r>
              <a:rPr b="0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20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fic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 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b="0" lang="nl-NL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tional</a:t>
            </a:r>
            <a:r>
              <a:rPr b="0" lang="nl-NL" sz="20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S</a:t>
            </a:r>
            <a:r>
              <a:rPr b="0" lang="nl-NL" sz="20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b="0" lang="nl-NL" sz="2000" spc="-2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b="0" lang="nl-NL" sz="20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0" lang="nl-NL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tics.</a:t>
            </a:r>
            <a:endParaRPr b="0" lang="nl-N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object 2"/>
          <p:cNvSpPr/>
          <p:nvPr/>
        </p:nvSpPr>
        <p:spPr>
          <a:xfrm>
            <a:off x="402480" y="124200"/>
            <a:ext cx="4005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EXTRA</a:t>
            </a:r>
            <a:r>
              <a:rPr b="0" lang="nl-NL" sz="4400" spc="-235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nl-NL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SLIDES</a:t>
            </a:r>
            <a:endParaRPr b="0" lang="nl-NL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object 2"/>
          <p:cNvSpPr/>
          <p:nvPr/>
        </p:nvSpPr>
        <p:spPr>
          <a:xfrm>
            <a:off x="4348080" y="1609200"/>
            <a:ext cx="2918160" cy="598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object 3"/>
          <p:cNvSpPr/>
          <p:nvPr/>
        </p:nvSpPr>
        <p:spPr>
          <a:xfrm>
            <a:off x="6143400" y="2330280"/>
            <a:ext cx="2407680" cy="2802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object 4"/>
          <p:cNvSpPr/>
          <p:nvPr/>
        </p:nvSpPr>
        <p:spPr>
          <a:xfrm>
            <a:off x="3342240" y="2447640"/>
            <a:ext cx="2314440" cy="27216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object 5"/>
          <p:cNvSpPr/>
          <p:nvPr/>
        </p:nvSpPr>
        <p:spPr>
          <a:xfrm>
            <a:off x="3953520" y="5341320"/>
            <a:ext cx="16729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b="0" lang="nl-NL" sz="15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ni</a:t>
            </a:r>
            <a:r>
              <a:rPr b="0" lang="nl-NL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b="0" lang="nl-NL" sz="15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0" lang="nl-NL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nl-NL" sz="15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</a:t>
            </a:r>
            <a:r>
              <a:rPr b="0" lang="nl-NL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</a:t>
            </a:r>
            <a:r>
              <a:rPr b="0" lang="nl-NL" sz="15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oo</a:t>
            </a:r>
            <a:r>
              <a:rPr b="0" lang="nl-NL" sz="15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land</a:t>
            </a:r>
            <a:endParaRPr b="0" lang="nl-NL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object 6"/>
          <p:cNvSpPr/>
          <p:nvPr/>
        </p:nvSpPr>
        <p:spPr>
          <a:xfrm>
            <a:off x="6687720" y="5341320"/>
            <a:ext cx="16513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0" lang="nl-NL" sz="15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Deci</a:t>
            </a:r>
            <a:r>
              <a:rPr b="0" lang="nl-NL" sz="15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</a:t>
            </a:r>
            <a:r>
              <a:rPr b="0" lang="nl-NL" sz="15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0" lang="nl-NL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</a:t>
            </a:r>
            <a:r>
              <a:rPr b="0" lang="nl-NL" sz="15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nl-NL" sz="1500" spc="-3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</a:t>
            </a:r>
            <a:r>
              <a:rPr b="0" lang="nl-NL" sz="15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oo</a:t>
            </a:r>
            <a:r>
              <a:rPr b="0" lang="nl-NL" sz="1500" spc="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0" lang="nl-NL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land</a:t>
            </a:r>
            <a:endParaRPr b="0" lang="nl-NL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8840" y="102960"/>
            <a:ext cx="8986320" cy="43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12600" indent="0">
              <a:lnSpc>
                <a:spcPct val="100000"/>
              </a:lnSpc>
              <a:buNone/>
            </a:pP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Whe</a:t>
            </a:r>
            <a:r>
              <a:rPr b="1" lang="nl-NL" sz="2800" spc="-5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nl-NL" sz="2800" spc="3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is</a:t>
            </a:r>
            <a:r>
              <a:rPr b="1" lang="nl-NL" sz="2800" spc="-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the</a:t>
            </a:r>
            <a:r>
              <a:rPr b="1" lang="nl-NL" sz="2800" spc="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</a:t>
            </a:r>
            <a:r>
              <a:rPr b="1" lang="nl-NL" sz="2800" spc="-1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</a:t>
            </a:r>
            <a:r>
              <a:rPr b="1" lang="nl-NL" sz="2779" spc="6" strike="noStrike" u="none" baseline="-21000">
                <a:solidFill>
                  <a:schemeClr val="lt1"/>
                </a:solidFill>
                <a:effectLst/>
                <a:uFillTx/>
                <a:latin typeface="Calibri"/>
              </a:rPr>
              <a:t>2.5</a:t>
            </a:r>
            <a:r>
              <a:rPr b="1" lang="nl-NL" sz="2779" strike="noStrike" u="none" baseline="-21000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nl-NL" sz="2779" spc="-300" strike="noStrike" u="none" baseline="-21000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bei</a:t>
            </a: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n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</a:t>
            </a:r>
            <a:r>
              <a:rPr b="1" lang="nl-NL" sz="2800" spc="2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45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</a:t>
            </a:r>
            <a:r>
              <a:rPr b="1" lang="nl-NL" sz="2800" spc="-26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em</a:t>
            </a:r>
            <a:r>
              <a:rPr b="1" lang="nl-NL" sz="2800" spc="-31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</a:t>
            </a:r>
            <a:r>
              <a:rPr b="1" lang="nl-NL" sz="2800" spc="-45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v</a:t>
            </a:r>
            <a:r>
              <a:rPr b="1" lang="nl-NL" sz="2800" spc="-2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</a:t>
            </a:r>
            <a:r>
              <a:rPr b="1" lang="nl-NL" sz="2800" spc="2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b="1" lang="nl-NL" sz="2800" spc="-14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?</a:t>
            </a:r>
            <a:endParaRPr b="0" lang="nl-NL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4" name="object 8"/>
          <p:cNvSpPr/>
          <p:nvPr/>
        </p:nvSpPr>
        <p:spPr>
          <a:xfrm>
            <a:off x="610560" y="1269720"/>
            <a:ext cx="146844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PM2.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 </a:t>
            </a:r>
            <a:r>
              <a:rPr b="1" lang="nl-NL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</a:t>
            </a:r>
            <a:r>
              <a:rPr b="1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(m</a:t>
            </a:r>
            <a:r>
              <a:rPr b="1" lang="nl-NL" sz="1800" spc="45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</a:t>
            </a:r>
            <a:r>
              <a:rPr b="1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/m2)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object 9"/>
          <p:cNvSpPr/>
          <p:nvPr/>
        </p:nvSpPr>
        <p:spPr>
          <a:xfrm>
            <a:off x="4053960" y="1246680"/>
            <a:ext cx="3900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ct val="100000"/>
              </a:lnSpc>
            </a:pP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1" lang="nl-NL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ortion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b="1" lang="nl-NL" sz="1800" spc="-3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b="1" lang="nl-NL" sz="1800" spc="-14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</a:t>
            </a:r>
            <a:r>
              <a:rPr b="1" lang="nl-NL" sz="1800" spc="-4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1" lang="nl-NL" sz="1800" spc="-6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land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b="1" lang="nl-NL" sz="180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</a:t>
            </a:r>
            <a:r>
              <a:rPr b="1" lang="nl-NL" sz="1800" spc="-2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</a:t>
            </a:r>
            <a:r>
              <a:rPr b="1" lang="nl-NL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object 10"/>
          <p:cNvSpPr/>
          <p:nvPr/>
        </p:nvSpPr>
        <p:spPr>
          <a:xfrm>
            <a:off x="496800" y="1978200"/>
            <a:ext cx="2287080" cy="3258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object 11"/>
          <p:cNvSpPr/>
          <p:nvPr/>
        </p:nvSpPr>
        <p:spPr>
          <a:xfrm>
            <a:off x="501480" y="1978200"/>
            <a:ext cx="961200" cy="4431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nl-N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2019-06-27T10:58:35Z</dcterms:created>
  <dc:creator>Administrator</dc:creator>
  <dc:description/>
  <dc:language>nl-NL</dc:language>
  <cp:lastModifiedBy/>
  <dcterms:modified xsi:type="dcterms:W3CDTF">2019-06-27T10:58:35Z</dcterms:modified>
  <cp:revision>0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2018-03-09T00:00:00Z</vt:filetime>
  </property>
  <property fmtid="{D5CDD505-2E9C-101B-9397-08002B2CF9AE}" pid="3" name="LastSaved">
    <vt:filetime>2019-06-27T00:00:00Z</vt:filetime>
  </property>
  <property fmtid="{D5CDD505-2E9C-101B-9397-08002B2CF9AE}" pid="4" name="PresentationFormat">
    <vt:lpwstr>On-screen Show (4:3)</vt:lpwstr>
  </property>
</Properties>
</file>